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24384000" cy="13716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4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2.png"/><Relationship Id="rId21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26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6.png"/><Relationship Id="rId7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6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49.png"/><Relationship Id="rId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7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8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9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9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0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1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1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1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1.png"/><Relationship Id="rId4" Type="http://schemas.openxmlformats.org/officeDocument/2006/relationships/image" Target="../media/image1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1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8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7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6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2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0" y="8470900"/>
            <a:ext cx="10274300" cy="71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0" y="11315700"/>
            <a:ext cx="56134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196300" y="12661900"/>
            <a:ext cx="2413000" cy="355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48400" y="762000"/>
            <a:ext cx="2120900" cy="1485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3000" y="4191000"/>
            <a:ext cx="13525500" cy="422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4076700"/>
            <a:ext cx="35560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3600" y="3416300"/>
            <a:ext cx="673100" cy="469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800" y="4343400"/>
            <a:ext cx="3302000" cy="54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5397500"/>
            <a:ext cx="3479800" cy="1562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9436100"/>
            <a:ext cx="35560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3600" y="8763000"/>
            <a:ext cx="673100" cy="46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4700" y="9690100"/>
            <a:ext cx="3390900" cy="546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2800" y="10693400"/>
            <a:ext cx="3479800" cy="44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4076700"/>
            <a:ext cx="3556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03500" y="3416300"/>
            <a:ext cx="6731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24000" y="4343400"/>
            <a:ext cx="2844800" cy="546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08100" y="5397500"/>
            <a:ext cx="3479800" cy="3263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8300" y="4076700"/>
            <a:ext cx="35560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96100" y="3416300"/>
            <a:ext cx="673100" cy="469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03900" y="4343400"/>
            <a:ext cx="2844800" cy="546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0" y="5397500"/>
            <a:ext cx="3479800" cy="2692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57400" y="6146800"/>
            <a:ext cx="6096000" cy="1422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11400" y="762000"/>
            <a:ext cx="2120900" cy="148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196300" y="12661900"/>
            <a:ext cx="2413000" cy="355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0" y="762000"/>
            <a:ext cx="10121900" cy="12204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432300"/>
            <a:ext cx="98044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1400" y="6426200"/>
            <a:ext cx="9296400" cy="85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1400" y="7277100"/>
            <a:ext cx="92964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400" y="8140700"/>
            <a:ext cx="9296400" cy="850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1400" y="8991600"/>
            <a:ext cx="9296400" cy="214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78000" y="6426200"/>
            <a:ext cx="1587500" cy="85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5800" y="6616700"/>
            <a:ext cx="1257300" cy="469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0200" y="6578600"/>
            <a:ext cx="12573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0700" y="7277100"/>
            <a:ext cx="1587500" cy="850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90700" y="8140700"/>
            <a:ext cx="15875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90700" y="8991600"/>
            <a:ext cx="1587500" cy="2146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5800" y="7505700"/>
            <a:ext cx="1257300" cy="381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55800" y="8382000"/>
            <a:ext cx="1257300" cy="381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55800" y="9880600"/>
            <a:ext cx="1257300" cy="381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32200" y="7505700"/>
            <a:ext cx="7467600" cy="381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32200" y="8382000"/>
            <a:ext cx="7467600" cy="381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32200" y="9512300"/>
            <a:ext cx="7467600" cy="1168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14600" y="762000"/>
            <a:ext cx="17145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762000"/>
            <a:ext cx="1117600" cy="142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3114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1300" y="4165600"/>
            <a:ext cx="18808700" cy="758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48500" y="11328400"/>
            <a:ext cx="1549400" cy="43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5900" y="12039600"/>
            <a:ext cx="5435600" cy="44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5156200"/>
            <a:ext cx="20599400" cy="133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5473700"/>
            <a:ext cx="4191000" cy="71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800" y="6870700"/>
            <a:ext cx="19939000" cy="510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762000"/>
            <a:ext cx="1714500" cy="1422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9000" y="2959100"/>
            <a:ext cx="12458700" cy="130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20100" y="5727700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762000"/>
            <a:ext cx="1117600" cy="142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4254500"/>
            <a:ext cx="20955000" cy="7899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0" y="1562100"/>
            <a:ext cx="124587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762000"/>
            <a:ext cx="1117600" cy="142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197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9000" y="3962400"/>
            <a:ext cx="20078700" cy="829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762000"/>
            <a:ext cx="1117600" cy="142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14605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8600" y="3073400"/>
            <a:ext cx="21386800" cy="9474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762000"/>
            <a:ext cx="1257300" cy="142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1308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2857500"/>
            <a:ext cx="20955000" cy="972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800" y="762000"/>
            <a:ext cx="25908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3975100"/>
            <a:ext cx="12458700" cy="1066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800" y="5651500"/>
            <a:ext cx="20955000" cy="4635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800" y="762000"/>
            <a:ext cx="25908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1800" y="3302000"/>
            <a:ext cx="20955000" cy="9182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803400"/>
            <a:ext cx="124587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1739900"/>
            <a:ext cx="124587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6600" y="762000"/>
            <a:ext cx="27305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800" y="3302000"/>
            <a:ext cx="20955000" cy="9410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00" y="762000"/>
            <a:ext cx="27559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324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700" y="4152900"/>
            <a:ext cx="18516600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00" y="762000"/>
            <a:ext cx="27686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197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102100"/>
            <a:ext cx="21412200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600" y="762000"/>
            <a:ext cx="27432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197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140200"/>
            <a:ext cx="21209000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500" y="762000"/>
            <a:ext cx="1295400" cy="142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197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1800" y="4064000"/>
            <a:ext cx="2098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0100" y="762000"/>
            <a:ext cx="26162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2197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4127500"/>
            <a:ext cx="21412200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00" y="762000"/>
            <a:ext cx="27559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3086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5029200"/>
            <a:ext cx="21412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762000"/>
            <a:ext cx="27813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3213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700" y="5283200"/>
            <a:ext cx="21323300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762000"/>
            <a:ext cx="27940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3213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700" y="5283200"/>
            <a:ext cx="21323300" cy="6972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762000"/>
            <a:ext cx="2794000" cy="130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0" y="3213100"/>
            <a:ext cx="12458700" cy="130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700" y="5283200"/>
            <a:ext cx="21323300" cy="6908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0" y="1435100"/>
            <a:ext cx="12458700" cy="220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800" y="762000"/>
            <a:ext cx="1308100" cy="142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1300" y="4064000"/>
            <a:ext cx="21336000" cy="8178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743200"/>
            <a:ext cx="22720300" cy="822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2800" y="25019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8877300"/>
            <a:ext cx="3606800" cy="977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600" y="9144000"/>
            <a:ext cx="2933700" cy="431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3500" y="8877300"/>
            <a:ext cx="3606800" cy="977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3700" y="9144000"/>
            <a:ext cx="2933700" cy="431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44600" y="8877300"/>
            <a:ext cx="36068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87500" y="9144000"/>
            <a:ext cx="2933700" cy="431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247100" y="10769600"/>
            <a:ext cx="2413000" cy="355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542500" y="9817100"/>
            <a:ext cx="596900" cy="68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18300" y="2743200"/>
            <a:ext cx="2120900" cy="1485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9000" y="5372100"/>
            <a:ext cx="12458700" cy="237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사용자 지정</PresentationFormat>
  <Paragraphs>0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2</cp:revision>
  <dcterms:created xsi:type="dcterms:W3CDTF">2006-08-16T00:00:00Z</dcterms:created>
  <dcterms:modified xsi:type="dcterms:W3CDTF">2025-09-16T00:11:16Z</dcterms:modified>
</cp:coreProperties>
</file>