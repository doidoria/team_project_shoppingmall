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25" Target="../media/image24.png" Type="http://schemas.openxmlformats.org/officeDocument/2006/relationships/image"/><Relationship Id="rId26" Target="../media/image25.png" Type="http://schemas.openxmlformats.org/officeDocument/2006/relationships/image"/><Relationship Id="rId27" Target="../media/image26.png" Type="http://schemas.openxmlformats.org/officeDocument/2006/relationships/image"/><Relationship Id="rId28" Target="../media/image27.pn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png" Type="http://schemas.openxmlformats.org/officeDocument/2006/relationships/image"/><Relationship Id="rId31" Target="../media/image30.png" Type="http://schemas.openxmlformats.org/officeDocument/2006/relationships/image"/><Relationship Id="rId32" Target="../media/image31.png" Type="http://schemas.openxmlformats.org/officeDocument/2006/relationships/image"/><Relationship Id="rId33" Target="../media/image32.png" Type="http://schemas.openxmlformats.org/officeDocument/2006/relationships/image"/><Relationship Id="rId34" Target="../media/image33.png" Type="http://schemas.openxmlformats.org/officeDocument/2006/relationships/image"/><Relationship Id="rId35" Target="../media/image34.png" Type="http://schemas.openxmlformats.org/officeDocument/2006/relationships/image"/><Relationship Id="rId36" Target="../media/image35.png" Type="http://schemas.openxmlformats.org/officeDocument/2006/relationships/image"/><Relationship Id="rId37" Target="../media/image36.png" Type="http://schemas.openxmlformats.org/officeDocument/2006/relationships/image"/><Relationship Id="rId38" Target="../media/image37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280000">
            <a:off x="13766800" y="2082800"/>
            <a:ext cx="5791200" cy="4546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720000">
            <a:off x="14541500" y="2374900"/>
            <a:ext cx="3263900" cy="2946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42100" y="8356600"/>
            <a:ext cx="4165600" cy="4165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73400" y="6591300"/>
            <a:ext cx="3479800" cy="5537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27500" y="6667500"/>
            <a:ext cx="1358900" cy="1358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114300" y="7772400"/>
            <a:ext cx="4406900" cy="3632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8100000">
            <a:off x="3683000" y="3073400"/>
            <a:ext cx="1447800" cy="736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8100000">
            <a:off x="3543300" y="3175000"/>
            <a:ext cx="1447800" cy="736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260600" y="8077200"/>
            <a:ext cx="1117600" cy="660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900000">
            <a:off x="7150100" y="7289800"/>
            <a:ext cx="1511300" cy="736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086100" y="5562600"/>
            <a:ext cx="1079500" cy="990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365500" y="5740400"/>
            <a:ext cx="444500" cy="508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95300" y="7416800"/>
            <a:ext cx="1092200" cy="1054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00100" y="7734300"/>
            <a:ext cx="508000" cy="444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27100" y="6311900"/>
            <a:ext cx="1485900" cy="1028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11160000">
            <a:off x="5892800" y="787400"/>
            <a:ext cx="1524000" cy="749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8100000">
            <a:off x="3086100" y="3479800"/>
            <a:ext cx="1447800" cy="736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8460000">
            <a:off x="1003300" y="698500"/>
            <a:ext cx="4127500" cy="3479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8460000">
            <a:off x="2794000" y="1917700"/>
            <a:ext cx="1752600" cy="1752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15300000">
            <a:off x="2971800" y="647700"/>
            <a:ext cx="1955800" cy="1041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2700000">
            <a:off x="762000" y="1917700"/>
            <a:ext cx="1955800" cy="1041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1080000">
            <a:off x="6324600" y="3670300"/>
            <a:ext cx="2032000" cy="1981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1080000">
            <a:off x="4445000" y="4521200"/>
            <a:ext cx="2400300" cy="2400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1080000">
            <a:off x="4978400" y="4483100"/>
            <a:ext cx="1765300" cy="17653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900000">
            <a:off x="12725400" y="5410200"/>
            <a:ext cx="1511300" cy="736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6480000">
            <a:off x="5448300" y="2895600"/>
            <a:ext cx="1816100" cy="1244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16140000">
            <a:off x="14160500" y="1574800"/>
            <a:ext cx="7772400" cy="6604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16140000">
            <a:off x="14325600" y="3937000"/>
            <a:ext cx="2273300" cy="22733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32880000">
            <a:off x="14439900" y="1447800"/>
            <a:ext cx="1993900" cy="10541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20280000">
            <a:off x="14732000" y="7391400"/>
            <a:ext cx="1993900" cy="10541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-31740000">
            <a:off x="7772400" y="-3657600"/>
            <a:ext cx="4711700" cy="74930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-31740000">
            <a:off x="8763000" y="2298700"/>
            <a:ext cx="1663700" cy="9779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9420000">
            <a:off x="8864600" y="-1816100"/>
            <a:ext cx="4406900" cy="36322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-28320000">
            <a:off x="10439400" y="7251700"/>
            <a:ext cx="5410200" cy="36322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-25620000">
            <a:off x="11226800" y="6616700"/>
            <a:ext cx="1612900" cy="16129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1800000">
            <a:off x="9105900" y="7810500"/>
            <a:ext cx="2095500" cy="20955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1800000">
            <a:off x="9512300" y="8166100"/>
            <a:ext cx="1206500" cy="12065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15540000">
            <a:off x="10198100" y="3403600"/>
            <a:ext cx="1816100" cy="12446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854200" y="3517900"/>
            <a:ext cx="1206500" cy="952500"/>
          </a:xfrm>
          <a:prstGeom prst="rect">
            <a:avLst/>
          </a:prstGeom>
          <a:effectLst>
            <a:outerShdw dir="2700000" dist="87923" blurRad="9036">
              <a:srgbClr val="787878">
                <a:alpha val="50000"/>
              </a:srgbClr>
            </a:outerShdw>
          </a:effectLst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10800000">
            <a:off x="13182600" y="3708400"/>
            <a:ext cx="1206500" cy="952500"/>
          </a:xfrm>
          <a:prstGeom prst="rect">
            <a:avLst/>
          </a:prstGeom>
          <a:effectLst>
            <a:outerShdw dir="13500000" dist="87923" blurRad="9036">
              <a:srgbClr val="787878">
                <a:alpha val="50000"/>
              </a:srgbClr>
            </a:outerShdw>
          </a:effectLst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20280000">
            <a:off x="3111500" y="8902700"/>
            <a:ext cx="1993900" cy="10541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-8940000">
            <a:off x="10934700" y="6057900"/>
            <a:ext cx="1993900" cy="10541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-6180000">
            <a:off x="10985500" y="6350000"/>
            <a:ext cx="584200" cy="5715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558800" y="698500"/>
            <a:ext cx="19900900" cy="1277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