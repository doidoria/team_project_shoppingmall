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302" r:id="rId2"/>
    <p:sldId id="303" r:id="rId3"/>
    <p:sldId id="304" r:id="rId4"/>
  </p:sldIdLst>
  <p:sldSz cx="18288000" cy="10287000"/>
  <p:notesSz cx="6858000" cy="9144000"/>
  <p:embeddedFontLst>
    <p:embeddedFont>
      <p:font typeface="Pretendard Bold" panose="020B0600000101010101" charset="-127"/>
      <p:bold r:id="rId6"/>
    </p:embeddedFont>
    <p:embeddedFont>
      <p:font typeface="Pretendard ExtraBold" panose="020B0600000101010101" charset="-127"/>
      <p:bold r:id="rId7"/>
    </p:embeddedFont>
    <p:embeddedFont>
      <p:font typeface="Pretendard SemiBold" panose="020B0600000101010101" charset="-127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2D1B"/>
    <a:srgbClr val="A0694A"/>
    <a:srgbClr val="FFF8F8"/>
    <a:srgbClr val="E6C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9E615-C828-410B-B5B3-2AF7F0665AF6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4980C-82E5-40C9-87AF-F600D9C10E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201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978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082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73096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5194300" cy="586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고객센터 </a:t>
            </a:r>
            <a:r>
              <a:rPr lang="en-US" altLang="ko-KR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CSS</a:t>
            </a:r>
            <a:r>
              <a:rPr lang="ko-KR" altLang="en-US" sz="4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오류 검사</a:t>
            </a:r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        </a:t>
            </a:r>
            <a:r>
              <a:rPr lang="ko-KR" altLang="en-US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축하합니다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. </a:t>
            </a:r>
            <a:r>
              <a:rPr lang="ko-KR" altLang="en-US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발견된 오류가 없습니다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</a:p>
          <a:p>
            <a:pPr lvl="0" algn="l"/>
            <a:endParaRPr lang="en-US" altLang="ko-KR" sz="2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		¯\_(</a:t>
            </a:r>
            <a:r>
              <a:rPr lang="ko-KR" altLang="en-US" sz="2000" b="0" i="0" u="none" strike="noStrike" spc="100" dirty="0" err="1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ツ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)_/¯</a:t>
            </a:r>
          </a:p>
          <a:p>
            <a:pPr lvl="0" algn="l"/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    []~(</a:t>
            </a:r>
            <a:r>
              <a:rPr lang="ko-KR" altLang="en-US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￣▽￣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)~*</a:t>
            </a:r>
          </a:p>
          <a:p>
            <a:pPr lvl="0" algn="l"/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				 O(∩_∩)O</a:t>
            </a:r>
          </a:p>
          <a:p>
            <a:pPr lvl="0" algn="l"/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                 (</a:t>
            </a:r>
            <a:r>
              <a:rPr lang="ko-KR" altLang="en-US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￣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y▽</a:t>
            </a:r>
            <a:r>
              <a:rPr lang="ko-KR" altLang="en-US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￣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)╭ </a:t>
            </a:r>
            <a:r>
              <a:rPr lang="en-US" altLang="ko-KR" sz="2000" b="0" i="0" u="none" strike="noStrike" spc="100" dirty="0" err="1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Ohohoho</a:t>
            </a:r>
            <a:r>
              <a:rPr lang="en-US" altLang="ko-KR" sz="20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.....</a:t>
            </a: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13109309" y="1752600"/>
            <a:ext cx="4835791" cy="811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81769"/>
              </a:lnSpc>
            </a:pPr>
            <a:endParaRPr lang="en-US" altLang="ko-KR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CD8295FA-7451-425E-92B2-B56E241E46A0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1C27AA70-63FF-4299-B0EB-4C8F06A63313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1AC6562-F939-47BD-8FC0-5F6B863C99ED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D1A42B08-CCBE-45BC-853D-2D195FEF19A2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6AF55C9-0149-4047-A52F-148A2C732147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15CD3DC8-488E-4B3E-8409-B858B8F6462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E2562CED-D142-46FE-9DD4-7AB448446A6E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07A9BF1-A707-4017-9E41-51808F24AE3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369" y="1535026"/>
            <a:ext cx="9036331" cy="865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73096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89000" y="3022600"/>
            <a:ext cx="6807200" cy="586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ko-KR" altLang="en-US" sz="36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고객센터 </a:t>
            </a:r>
            <a:r>
              <a:rPr lang="en-US" altLang="ko-KR" sz="36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HTML</a:t>
            </a:r>
            <a:r>
              <a:rPr lang="ko-KR" altLang="en-US" sz="36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오류 발생</a:t>
            </a:r>
            <a:endParaRPr lang="en-US" altLang="ko-KR" sz="36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     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 </a:t>
            </a:r>
            <a:r>
              <a:rPr lang="ko-KR" altLang="en-US" sz="20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태그속</a:t>
            </a:r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&lt;/</a:t>
            </a:r>
            <a:r>
              <a:rPr lang="en-US" altLang="ko-KR" sz="2000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img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&gt;</a:t>
            </a:r>
            <a:r>
              <a:rPr lang="ko-KR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가 발견됨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…(;´༎</a:t>
            </a:r>
            <a:r>
              <a:rPr lang="en-US" altLang="ko-KR" sz="2000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ຶД༎ຶ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`)</a:t>
            </a:r>
          </a:p>
          <a:p>
            <a:pPr lvl="0" algn="l"/>
            <a:endParaRPr lang="en-US" altLang="ko-KR" sz="2000" spc="1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/>
            <a:r>
              <a:rPr lang="en-US" altLang="ko-KR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</a:t>
            </a:r>
            <a:r>
              <a:rPr lang="ko-KR" altLang="en-US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 안에 </a:t>
            </a:r>
            <a:r>
              <a:rPr lang="en-US" altLang="ko-KR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li</a:t>
            </a:r>
            <a:r>
              <a:rPr lang="ko-KR" altLang="en-US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태그가 들어가 있음</a:t>
            </a:r>
            <a:r>
              <a:rPr lang="en-US" altLang="ko-KR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…(</a:t>
            </a:r>
            <a:r>
              <a:rPr lang="ko-KR" altLang="en-US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￣</a:t>
            </a:r>
            <a:r>
              <a:rPr lang="en-US" altLang="ko-KR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_</a:t>
            </a:r>
            <a:r>
              <a:rPr lang="ko-KR" altLang="en-US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￣</a:t>
            </a:r>
            <a:r>
              <a:rPr lang="en-US" altLang="ko-KR" sz="2000" spc="1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|||)</a:t>
            </a:r>
          </a:p>
          <a:p>
            <a:pPr lvl="0" algn="l"/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&lt;a </a:t>
            </a:r>
            <a:r>
              <a:rPr lang="en-US" altLang="ko-KR" sz="20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href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="</a:t>
            </a:r>
            <a:r>
              <a:rPr lang="en-US" altLang="ko-KR" sz="20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javascript:void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(0);"&gt;&lt;li&gt;</a:t>
            </a:r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회원정보수정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&lt;/li&gt;&lt;/a&gt;</a:t>
            </a:r>
          </a:p>
          <a:p>
            <a:endParaRPr lang="en-US" altLang="ko-KR" sz="14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2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13109309" y="1752600"/>
            <a:ext cx="4835791" cy="811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81769"/>
              </a:lnSpc>
            </a:pPr>
            <a:endParaRPr lang="en-US" altLang="ko-KR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CD8295FA-7451-425E-92B2-B56E241E46A0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1C27AA70-63FF-4299-B0EB-4C8F06A63313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1AC6562-F939-47BD-8FC0-5F6B863C99ED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D1A42B08-CCBE-45BC-853D-2D195FEF19A2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6AF55C9-0149-4047-A52F-148A2C732147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15CD3DC8-488E-4B3E-8409-B858B8F6462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E2562CED-D142-46FE-9DD4-7AB448446A6E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7BE53DB-9BA6-4F1B-8600-360264F1AF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271" y="1497852"/>
            <a:ext cx="9084129" cy="868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3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73096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04512" y="3162300"/>
            <a:ext cx="6866835" cy="586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r>
              <a:rPr lang="ko-KR" altLang="en-US" sz="36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고객센터 </a:t>
            </a:r>
            <a:r>
              <a:rPr lang="en-US" altLang="ko-KR" sz="36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HTML</a:t>
            </a:r>
            <a:r>
              <a:rPr lang="ko-KR" altLang="en-US" sz="3600" b="0" i="0" u="none" strike="noStrike" spc="100" dirty="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 오류 수정</a:t>
            </a:r>
            <a:endParaRPr lang="en-US" altLang="ko-KR" sz="36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ko-KR" altLang="en-US" sz="4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  </a:t>
            </a:r>
            <a:r>
              <a:rPr lang="ko-KR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태그에는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&lt;/</a:t>
            </a:r>
            <a:r>
              <a:rPr lang="en-US" altLang="ko-KR" sz="2000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img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&gt;</a:t>
            </a:r>
            <a:r>
              <a:rPr lang="ko-KR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는 </a:t>
            </a:r>
            <a:r>
              <a:rPr lang="ko-KR" altLang="en-US" sz="2000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필요없음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!    \(@^0^@)/</a:t>
            </a:r>
          </a:p>
          <a:p>
            <a:pPr lvl="0" algn="l"/>
            <a:endParaRPr lang="en-US" altLang="ko-KR" sz="2000" spc="100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/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 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li</a:t>
            </a:r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 </a:t>
            </a:r>
            <a:r>
              <a:rPr lang="ko-KR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안에 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</a:t>
            </a:r>
            <a:r>
              <a:rPr lang="ko-KR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태그를 넣음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!</a:t>
            </a:r>
            <a:endParaRPr lang="en-US" altLang="ko-KR" sz="20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/>
            <a:endParaRPr lang="en-US" altLang="ko-KR" sz="20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/>
            <a:r>
              <a:rPr lang="en-US" altLang="ja-JP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(☞</a:t>
            </a:r>
            <a:r>
              <a:rPr lang="ja-JP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ﾟヮﾟ</a:t>
            </a:r>
            <a:r>
              <a:rPr lang="en-US" altLang="ja-JP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)☞   </a:t>
            </a:r>
            <a:r>
              <a:rPr lang="ko-KR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아래와 같이 수정함</a:t>
            </a:r>
            <a:r>
              <a:rPr lang="en-US" altLang="ko-KR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!   </a:t>
            </a:r>
            <a:r>
              <a:rPr lang="ja-JP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☜</a:t>
            </a:r>
            <a:r>
              <a:rPr lang="en-US" altLang="ja-JP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</a:t>
            </a:r>
            <a:r>
              <a:rPr lang="ja-JP" altLang="en-US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ﾟヮﾟ☜</a:t>
            </a:r>
            <a:r>
              <a:rPr lang="en-US" altLang="ja-JP" sz="20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)</a:t>
            </a:r>
            <a:endParaRPr lang="en-US" altLang="ko-KR" sz="20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  <a:p>
            <a:pPr lvl="0" algn="l"/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&lt;li&gt;&lt;a </a:t>
            </a:r>
            <a:r>
              <a:rPr lang="en-US" altLang="ko-KR" sz="20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href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="</a:t>
            </a:r>
            <a:r>
              <a:rPr lang="en-US" altLang="ko-KR" sz="2000" b="0" i="0" u="none" strike="noStrike" dirty="0" err="1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javascript:void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(0);"&gt;</a:t>
            </a:r>
            <a:r>
              <a:rPr lang="ko-KR" altLang="en-US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회원정보수정</a:t>
            </a:r>
            <a:r>
              <a:rPr lang="en-US" altLang="ko-KR" sz="20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&lt;/a&gt;&lt;/li&gt;</a:t>
            </a:r>
          </a:p>
          <a:p>
            <a:pPr lvl="0" algn="l"/>
            <a:endParaRPr lang="en-US" altLang="ko-KR" sz="2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altLang="ko-KR" sz="40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/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8" name="TextBox 54">
            <a:extLst>
              <a:ext uri="{FF2B5EF4-FFF2-40B4-BE49-F238E27FC236}">
                <a16:creationId xmlns:a16="http://schemas.microsoft.com/office/drawing/2014/main" id="{C3005058-C86F-431E-B17F-F56FC1923CD6}"/>
              </a:ext>
            </a:extLst>
          </p:cNvPr>
          <p:cNvSpPr txBox="1"/>
          <p:nvPr/>
        </p:nvSpPr>
        <p:spPr>
          <a:xfrm>
            <a:off x="13109309" y="1752600"/>
            <a:ext cx="4835791" cy="811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81769"/>
              </a:lnSpc>
            </a:pPr>
            <a:endParaRPr lang="en-US" altLang="ko-KR" b="0" dirty="0">
              <a:solidFill>
                <a:srgbClr val="7A2D1B"/>
              </a:solidFill>
              <a:effectLst/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CD8295FA-7451-425E-92B2-B56E241E46A0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1C27AA70-63FF-4299-B0EB-4C8F06A63313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1AC6562-F939-47BD-8FC0-5F6B863C99ED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D1A42B08-CCBE-45BC-853D-2D195FEF19A2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6AF55C9-0149-4047-A52F-148A2C732147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5" name="TextBox 42">
            <a:extLst>
              <a:ext uri="{FF2B5EF4-FFF2-40B4-BE49-F238E27FC236}">
                <a16:creationId xmlns:a16="http://schemas.microsoft.com/office/drawing/2014/main" id="{15CD3DC8-488E-4B3E-8409-B858B8F64624}"/>
              </a:ext>
            </a:extLst>
          </p:cNvPr>
          <p:cNvSpPr txBox="1"/>
          <p:nvPr/>
        </p:nvSpPr>
        <p:spPr>
          <a:xfrm>
            <a:off x="914400" y="20828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E2562CED-D142-46FE-9DD4-7AB448446A6E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STYLE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476AFB4-3903-43B2-928A-718F31D93DF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270" y="1524000"/>
            <a:ext cx="8947430" cy="771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183</Words>
  <Application>Microsoft Office PowerPoint</Application>
  <PresentationFormat>사용자 지정</PresentationFormat>
  <Paragraphs>66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Consolas</vt:lpstr>
      <vt:lpstr>맑은 고딕</vt:lpstr>
      <vt:lpstr>Arial</vt:lpstr>
      <vt:lpstr>Pretendard Bold</vt:lpstr>
      <vt:lpstr>Pretendard ExtraBold</vt:lpstr>
      <vt:lpstr>Calibri</vt:lpstr>
      <vt:lpstr>Pretendard SemiBold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38</cp:revision>
  <dcterms:created xsi:type="dcterms:W3CDTF">2006-08-16T00:00:00Z</dcterms:created>
  <dcterms:modified xsi:type="dcterms:W3CDTF">2025-07-31T06:33:11Z</dcterms:modified>
</cp:coreProperties>
</file>