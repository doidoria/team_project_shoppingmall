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80" r:id="rId3"/>
    <p:sldId id="303" r:id="rId4"/>
    <p:sldId id="284" r:id="rId5"/>
    <p:sldId id="285" r:id="rId6"/>
    <p:sldId id="263" r:id="rId7"/>
    <p:sldId id="291" r:id="rId8"/>
    <p:sldId id="286" r:id="rId9"/>
    <p:sldId id="293" r:id="rId10"/>
    <p:sldId id="292" r:id="rId11"/>
    <p:sldId id="287" r:id="rId12"/>
    <p:sldId id="295" r:id="rId13"/>
    <p:sldId id="288" r:id="rId14"/>
    <p:sldId id="296" r:id="rId15"/>
    <p:sldId id="294" r:id="rId16"/>
    <p:sldId id="289" r:id="rId17"/>
    <p:sldId id="297" r:id="rId18"/>
    <p:sldId id="301" r:id="rId19"/>
    <p:sldId id="290" r:id="rId20"/>
    <p:sldId id="298" r:id="rId21"/>
    <p:sldId id="302" r:id="rId22"/>
  </p:sldIdLst>
  <p:sldSz cx="18288000" cy="10287000"/>
  <p:notesSz cx="6858000" cy="9144000"/>
  <p:embeddedFontLst>
    <p:embeddedFont>
      <p:font typeface="Pretendard Bold" panose="020B0600000101010101" charset="-127"/>
      <p:bold r:id="rId24"/>
    </p:embeddedFont>
    <p:embeddedFont>
      <p:font typeface="Pretendard ExtraBold" panose="020B0600000101010101" charset="-127"/>
      <p:bold r:id="rId25"/>
    </p:embeddedFont>
    <p:embeddedFont>
      <p:font typeface="Pretendard Medium" panose="020B0600000101010101" charset="-127"/>
      <p:bold r:id="rId26"/>
    </p:embeddedFont>
    <p:embeddedFont>
      <p:font typeface="Pretendard SemiBold" panose="020B0600000101010101" charset="-127"/>
      <p:bold r:id="rId27"/>
    </p:embeddedFont>
    <p:embeddedFont>
      <p:font typeface="나눔고딕 ExtraBold" panose="020B0600000101010101" charset="-127"/>
      <p:bold r:id="rId28"/>
    </p:embeddedFont>
    <p:embeddedFont>
      <p:font typeface="나눔고딕 Light" panose="020B0600000101010101" charset="-127"/>
      <p:regular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hakra Petch SemiBold" panose="020B0600000101010101" charset="-34"/>
      <p:bold r:id="rId34"/>
    </p:embeddedFont>
    <p:embeddedFont>
      <p:font typeface="나눔고딕" pitchFamily="2" charset="-127"/>
      <p:regular r:id="rId35"/>
      <p:bold r:id="rId36"/>
    </p:embeddedFont>
    <p:embeddedFont>
      <p:font typeface="맑은 고딕" panose="020B0503020000020004" pitchFamily="50" charset="-127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2D1B"/>
    <a:srgbClr val="A0694A"/>
    <a:srgbClr val="FFF8F8"/>
    <a:srgbClr val="E6C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9E615-C828-410B-B5B3-2AF7F0665AF6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4980C-82E5-40C9-87AF-F600D9C10E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5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4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54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613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42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84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20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4.png"/><Relationship Id="rId2" Type="http://schemas.openxmlformats.org/officeDocument/2006/relationships/image" Target="../media/image22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4.png"/><Relationship Id="rId2" Type="http://schemas.openxmlformats.org/officeDocument/2006/relationships/image" Target="../media/image22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8.png"/><Relationship Id="rId2" Type="http://schemas.openxmlformats.org/officeDocument/2006/relationships/image" Target="../media/image22.png"/><Relationship Id="rId16" Type="http://schemas.openxmlformats.org/officeDocument/2006/relationships/image" Target="../media/image23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33.png"/><Relationship Id="rId2" Type="http://schemas.openxmlformats.org/officeDocument/2006/relationships/image" Target="../media/image22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5.png"/><Relationship Id="rId3" Type="http://schemas.openxmlformats.org/officeDocument/2006/relationships/image" Target="../media/image2.png"/><Relationship Id="rId21" Type="http://schemas.openxmlformats.org/officeDocument/2006/relationships/image" Target="../media/image3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34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39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40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43.png"/><Relationship Id="rId3" Type="http://schemas.openxmlformats.org/officeDocument/2006/relationships/image" Target="../media/image22.png"/><Relationship Id="rId21" Type="http://schemas.openxmlformats.org/officeDocument/2006/relationships/image" Target="../media/image44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41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47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48.png"/><Relationship Id="rId3" Type="http://schemas.openxmlformats.org/officeDocument/2006/relationships/image" Target="../media/image2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49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49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51.png"/><Relationship Id="rId3" Type="http://schemas.openxmlformats.org/officeDocument/2006/relationships/image" Target="../media/image2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52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53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53.png"/><Relationship Id="rId3" Type="http://schemas.openxmlformats.org/officeDocument/2006/relationships/image" Target="../media/image2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56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57.png"/><Relationship Id="rId2" Type="http://schemas.openxmlformats.org/officeDocument/2006/relationships/image" Target="../media/image22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4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58.png"/><Relationship Id="rId3" Type="http://schemas.openxmlformats.org/officeDocument/2006/relationships/image" Target="../media/image2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5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0200" y="9486900"/>
            <a:ext cx="173736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3400" y="6299200"/>
            <a:ext cx="9194800" cy="6477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79400" y="6413500"/>
            <a:ext cx="457200" cy="444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3131800" y="6489700"/>
            <a:ext cx="152400" cy="279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580165" y="6898999"/>
            <a:ext cx="546100" cy="546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51200" y="4381500"/>
            <a:ext cx="7137400" cy="16383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43400" y="3606800"/>
            <a:ext cx="3035300" cy="5588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4318000" y="3644900"/>
            <a:ext cx="30988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600" b="0" i="0" u="none" strike="noStrike" dirty="0">
                <a:solidFill>
                  <a:srgbClr val="FFFFFF"/>
                </a:solidFill>
                <a:latin typeface="Pretendard Bold"/>
                <a:ea typeface="Pretendard Bold"/>
              </a:rPr>
              <a:t>화면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Bold"/>
              </a:rPr>
              <a:t>구현을</a:t>
            </a:r>
            <a:r>
              <a:rPr lang="en-US" sz="2600" b="0" i="0" u="none" strike="noStrike" dirty="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600" b="0" i="0" u="none" strike="noStrike" dirty="0">
                <a:solidFill>
                  <a:srgbClr val="FFFFFF"/>
                </a:solidFill>
                <a:ea typeface="Pretendard Bold"/>
              </a:rPr>
              <a:t>위한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25700" y="4421533"/>
            <a:ext cx="13195300" cy="151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8500" b="0" i="0" u="none" strike="noStrike" spc="200" dirty="0">
                <a:solidFill>
                  <a:srgbClr val="7A2D1B"/>
                </a:solidFill>
                <a:ea typeface="Pretendard Bold"/>
              </a:rPr>
              <a:t>웹페이지</a:t>
            </a:r>
            <a:r>
              <a:rPr lang="en-US" sz="8500" b="0" i="0" u="none" strike="noStrike" spc="200" dirty="0">
                <a:solidFill>
                  <a:srgbClr val="7A2D1B"/>
                </a:solidFill>
                <a:latin typeface="Pretendard Bold"/>
              </a:rPr>
              <a:t> </a:t>
            </a:r>
            <a:r>
              <a:rPr lang="ko-KR" sz="8500" b="0" i="0" u="none" strike="noStrike" spc="200" dirty="0">
                <a:solidFill>
                  <a:srgbClr val="7A2D1B"/>
                </a:solidFill>
                <a:ea typeface="Pretendard Bold"/>
              </a:rPr>
              <a:t>쇼핑몰</a:t>
            </a:r>
            <a:r>
              <a:rPr lang="en-US" sz="8500" b="0" i="0" u="none" strike="noStrike" spc="200" dirty="0">
                <a:solidFill>
                  <a:srgbClr val="444444"/>
                </a:solidFill>
                <a:latin typeface="Pretendard Bold"/>
              </a:rPr>
              <a:t>  </a:t>
            </a:r>
            <a:r>
              <a:rPr lang="ko-KR" altLang="en-US" sz="8500" b="0" i="0" u="none" strike="noStrike" spc="200" dirty="0">
                <a:solidFill>
                  <a:srgbClr val="444444"/>
                </a:solidFill>
                <a:latin typeface="Pretendard Bold" panose="020B0600000101010101" charset="-127"/>
                <a:ea typeface="Pretendard Bold" panose="020B0600000101010101" charset="-127"/>
              </a:rPr>
              <a:t>화면구현</a:t>
            </a:r>
            <a:endParaRPr lang="ko-KR" sz="8500" b="0" i="0" u="none" strike="noStrike" dirty="0">
              <a:solidFill>
                <a:srgbClr val="595959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838700" y="6426200"/>
            <a:ext cx="53594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팀원</a:t>
            </a:r>
            <a:r>
              <a:rPr lang="en-US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  :  </a:t>
            </a:r>
            <a:r>
              <a:rPr lang="ko-KR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윤태현</a:t>
            </a:r>
            <a:r>
              <a:rPr lang="en-US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이수현</a:t>
            </a:r>
            <a:r>
              <a:rPr lang="en-US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최승호</a:t>
            </a:r>
            <a:r>
              <a:rPr lang="en-US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sz="2200" b="0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최지원</a:t>
            </a:r>
          </a:p>
          <a:p>
            <a:pPr lvl="0" algn="l">
              <a:lnSpc>
                <a:spcPct val="116199"/>
              </a:lnSpc>
            </a:pPr>
            <a:endParaRPr lang="ko-KR" sz="2200" b="0" i="0" u="none" strike="noStrike" spc="300" dirty="0">
              <a:solidFill>
                <a:srgbClr val="A0694A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u="sng" strike="noStrike" spc="-100" dirty="0">
                <a:solidFill>
                  <a:srgbClr val="7A2D1B"/>
                </a:solidFill>
                <a:latin typeface="Pretendard ExtraBold"/>
              </a:rPr>
              <a:t>TITLE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 dirty="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30200" y="9601200"/>
            <a:ext cx="27813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600" b="0" i="0" u="none" strike="noStrike">
                <a:solidFill>
                  <a:srgbClr val="7A2D1B"/>
                </a:solidFill>
                <a:latin typeface="Pretendard Medium"/>
              </a:rPr>
              <a:t>www.</a:t>
            </a:r>
            <a:r>
              <a:rPr lang="ko-KR" sz="1600" b="0" i="0" u="none" strike="noStrike">
                <a:solidFill>
                  <a:srgbClr val="7A2D1B"/>
                </a:solidFill>
                <a:ea typeface="Pretendard Medium"/>
              </a:rPr>
              <a:t>코리아</a:t>
            </a:r>
            <a:r>
              <a:rPr lang="en-US" sz="1600" b="0" i="0" u="none" strike="noStrike">
                <a:solidFill>
                  <a:srgbClr val="7A2D1B"/>
                </a:solidFill>
                <a:latin typeface="Pretendard Medium"/>
              </a:rPr>
              <a:t>IT</a:t>
            </a:r>
            <a:r>
              <a:rPr lang="ko-KR" sz="1600" b="0" i="0" u="none" strike="noStrike">
                <a:solidFill>
                  <a:srgbClr val="7A2D1B"/>
                </a:solidFill>
                <a:ea typeface="Pretendard Medium"/>
              </a:rPr>
              <a:t>아카데미</a:t>
            </a:r>
            <a:r>
              <a:rPr lang="en-US" sz="1600" b="0" i="0" u="none" strike="noStrike">
                <a:solidFill>
                  <a:srgbClr val="7A2D1B"/>
                </a:solidFill>
                <a:latin typeface="Pretendard Medium"/>
              </a:rPr>
              <a:t>.com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49000" y="9601200"/>
            <a:ext cx="66548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600" b="0" i="0" u="none" strike="noStrike">
                <a:solidFill>
                  <a:srgbClr val="7A2D1B"/>
                </a:solidFill>
                <a:ea typeface="Pretendard Medium"/>
              </a:rPr>
              <a:t>작성일</a:t>
            </a:r>
            <a:r>
              <a:rPr lang="en-US" sz="1600" b="0" i="0" u="none" strike="noStrike">
                <a:solidFill>
                  <a:srgbClr val="7A2D1B"/>
                </a:solidFill>
                <a:latin typeface="Pretendard Medium"/>
              </a:rPr>
              <a:t>: 2025.07.15     |     </a:t>
            </a:r>
            <a:r>
              <a:rPr lang="ko-KR" sz="1600" b="0" i="0" u="none" strike="noStrike">
                <a:solidFill>
                  <a:srgbClr val="7A2D1B"/>
                </a:solidFill>
                <a:ea typeface="Pretendard Medium"/>
              </a:rPr>
              <a:t>버전</a:t>
            </a:r>
            <a:r>
              <a:rPr lang="en-US" sz="1600" b="0" i="0" u="none" strike="noStrike">
                <a:solidFill>
                  <a:srgbClr val="7A2D1B"/>
                </a:solidFill>
                <a:latin typeface="Pretendard Medium"/>
              </a:rPr>
              <a:t>: Ver_0.2   |    </a:t>
            </a:r>
            <a:r>
              <a:rPr lang="ko-KR" sz="1600" b="0" i="0" u="none" strike="noStrike">
                <a:solidFill>
                  <a:srgbClr val="7A2D1B"/>
                </a:solidFill>
                <a:ea typeface="Pretendard Medium"/>
              </a:rPr>
              <a:t>기획자</a:t>
            </a:r>
            <a:r>
              <a:rPr lang="en-US" sz="1600" b="0" i="0" u="none" strike="noStrike">
                <a:solidFill>
                  <a:srgbClr val="7A2D1B"/>
                </a:solidFill>
                <a:latin typeface="Pretendard Medium"/>
              </a:rPr>
              <a:t>: </a:t>
            </a:r>
            <a:r>
              <a:rPr lang="ko-KR" sz="1600" b="0" i="0" u="none" strike="noStrike">
                <a:solidFill>
                  <a:srgbClr val="7A2D1B"/>
                </a:solidFill>
                <a:ea typeface="Pretendard Medium"/>
              </a:rPr>
              <a:t>윤태현</a:t>
            </a: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D84D5056-5A23-4E31-8285-A3EE301C46B8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S</a:t>
            </a: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48" name="TextBox 37">
            <a:extLst>
              <a:ext uri="{FF2B5EF4-FFF2-40B4-BE49-F238E27FC236}">
                <a16:creationId xmlns:a16="http://schemas.microsoft.com/office/drawing/2014/main" id="{1BCDBF9B-94FC-4A05-9E11-1EDD589CEE93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49" name="TextBox 37">
            <a:extLst>
              <a:ext uri="{FF2B5EF4-FFF2-40B4-BE49-F238E27FC236}">
                <a16:creationId xmlns:a16="http://schemas.microsoft.com/office/drawing/2014/main" id="{A69CB8AD-8A06-4A7B-9690-AFD8214CDA0A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E21E3BDB-AC31-4327-8D8D-E82FDDC8AAB5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C64E2EA8-EF06-42F6-9B82-92FE8A77E80E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25">
            <a:extLst>
              <a:ext uri="{FF2B5EF4-FFF2-40B4-BE49-F238E27FC236}">
                <a16:creationId xmlns:a16="http://schemas.microsoft.com/office/drawing/2014/main" id="{80BD57FC-CF0A-428E-944E-D38868D95E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689100" cy="355600"/>
          </a:xfrm>
          <a:prstGeom prst="rect">
            <a:avLst/>
          </a:prstGeom>
        </p:spPr>
      </p:pic>
      <p:pic>
        <p:nvPicPr>
          <p:cNvPr id="55" name="Picture 27">
            <a:extLst>
              <a:ext uri="{FF2B5EF4-FFF2-40B4-BE49-F238E27FC236}">
                <a16:creationId xmlns:a16="http://schemas.microsoft.com/office/drawing/2014/main" id="{A3D2306A-0A28-40C1-8A2E-63781F207D5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07000" y="2501900"/>
            <a:ext cx="7861300" cy="5842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7" name="Picture 28">
            <a:extLst>
              <a:ext uri="{FF2B5EF4-FFF2-40B4-BE49-F238E27FC236}">
                <a16:creationId xmlns:a16="http://schemas.microsoft.com/office/drawing/2014/main" id="{72A4AC96-3803-4D50-A135-6DDC70828B0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19700" y="2514600"/>
            <a:ext cx="7861300" cy="596900"/>
          </a:xfrm>
          <a:prstGeom prst="rect">
            <a:avLst/>
          </a:prstGeom>
        </p:spPr>
      </p:pic>
      <p:pic>
        <p:nvPicPr>
          <p:cNvPr id="58" name="Picture 30">
            <a:extLst>
              <a:ext uri="{FF2B5EF4-FFF2-40B4-BE49-F238E27FC236}">
                <a16:creationId xmlns:a16="http://schemas.microsoft.com/office/drawing/2014/main" id="{E6611098-17DC-4285-9EAE-A1087B294C2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611100" y="2654300"/>
            <a:ext cx="330200" cy="330200"/>
          </a:xfrm>
          <a:prstGeom prst="rect">
            <a:avLst/>
          </a:prstGeom>
        </p:spPr>
      </p:pic>
      <p:pic>
        <p:nvPicPr>
          <p:cNvPr id="59" name="Picture 32">
            <a:extLst>
              <a:ext uri="{FF2B5EF4-FFF2-40B4-BE49-F238E27FC236}">
                <a16:creationId xmlns:a16="http://schemas.microsoft.com/office/drawing/2014/main" id="{D67715CD-0201-4AC7-BF1C-B6C9DEA7E6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900000">
            <a:off x="12636500" y="2806700"/>
            <a:ext cx="266700" cy="25400"/>
          </a:xfrm>
          <a:prstGeom prst="rect">
            <a:avLst/>
          </a:prstGeom>
        </p:spPr>
      </p:pic>
      <p:pic>
        <p:nvPicPr>
          <p:cNvPr id="60" name="Picture 33">
            <a:extLst>
              <a:ext uri="{FF2B5EF4-FFF2-40B4-BE49-F238E27FC236}">
                <a16:creationId xmlns:a16="http://schemas.microsoft.com/office/drawing/2014/main" id="{151C64BB-7817-43A4-ABBB-A2084DED56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2636500" y="2806700"/>
            <a:ext cx="266700" cy="25400"/>
          </a:xfrm>
          <a:prstGeom prst="rect">
            <a:avLst/>
          </a:prstGeom>
        </p:spPr>
      </p:pic>
      <p:sp>
        <p:nvSpPr>
          <p:cNvPr id="62" name="TextBox 34">
            <a:extLst>
              <a:ext uri="{FF2B5EF4-FFF2-40B4-BE49-F238E27FC236}">
                <a16:creationId xmlns:a16="http://schemas.microsoft.com/office/drawing/2014/main" id="{378FF2D2-64A6-4633-8DA9-046B3F963A4C}"/>
              </a:ext>
            </a:extLst>
          </p:cNvPr>
          <p:cNvSpPr txBox="1"/>
          <p:nvPr/>
        </p:nvSpPr>
        <p:spPr>
          <a:xfrm>
            <a:off x="6870700" y="2590800"/>
            <a:ext cx="4559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5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‘ LOGO ‘</a:t>
            </a:r>
            <a:endParaRPr lang="en-US" sz="2500" b="0" i="0" u="none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63" name="Picture 35">
            <a:extLst>
              <a:ext uri="{FF2B5EF4-FFF2-40B4-BE49-F238E27FC236}">
                <a16:creationId xmlns:a16="http://schemas.microsoft.com/office/drawing/2014/main" id="{4F3F60C6-4062-45DA-8294-AE2993FDD01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57900" y="3263900"/>
            <a:ext cx="6172200" cy="4318000"/>
          </a:xfrm>
          <a:prstGeom prst="rect">
            <a:avLst/>
          </a:prstGeom>
        </p:spPr>
      </p:pic>
      <p:sp>
        <p:nvSpPr>
          <p:cNvPr id="64" name="TextBox 36">
            <a:extLst>
              <a:ext uri="{FF2B5EF4-FFF2-40B4-BE49-F238E27FC236}">
                <a16:creationId xmlns:a16="http://schemas.microsoft.com/office/drawing/2014/main" id="{29E8F857-1981-40A9-9475-B025C8B345C5}"/>
              </a:ext>
            </a:extLst>
          </p:cNvPr>
          <p:cNvSpPr txBox="1"/>
          <p:nvPr/>
        </p:nvSpPr>
        <p:spPr>
          <a:xfrm>
            <a:off x="889000" y="2082800"/>
            <a:ext cx="1562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LOGO</a:t>
            </a:r>
          </a:p>
        </p:txBody>
      </p:sp>
      <p:sp>
        <p:nvSpPr>
          <p:cNvPr id="65" name="TextBox 37">
            <a:extLst>
              <a:ext uri="{FF2B5EF4-FFF2-40B4-BE49-F238E27FC236}">
                <a16:creationId xmlns:a16="http://schemas.microsoft.com/office/drawing/2014/main" id="{B06EC493-D2D7-4C81-AF06-283C64E58AA7}"/>
              </a:ext>
            </a:extLst>
          </p:cNvPr>
          <p:cNvSpPr txBox="1"/>
          <p:nvPr/>
        </p:nvSpPr>
        <p:spPr>
          <a:xfrm>
            <a:off x="825500" y="2476500"/>
            <a:ext cx="46228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5000" b="0" i="0" u="none" strike="noStrike" spc="100" dirty="0">
                <a:solidFill>
                  <a:srgbClr val="7A2D1B"/>
                </a:solidFill>
                <a:ea typeface="Pretendard Bold"/>
              </a:rPr>
              <a:t>로고</a:t>
            </a:r>
          </a:p>
        </p:txBody>
      </p:sp>
      <p:sp>
        <p:nvSpPr>
          <p:cNvPr id="67" name="TextBox 34">
            <a:extLst>
              <a:ext uri="{FF2B5EF4-FFF2-40B4-BE49-F238E27FC236}">
                <a16:creationId xmlns:a16="http://schemas.microsoft.com/office/drawing/2014/main" id="{C1C6AE1A-DE58-4485-B53D-C54D6B058A49}"/>
              </a:ext>
            </a:extLst>
          </p:cNvPr>
          <p:cNvSpPr txBox="1"/>
          <p:nvPr/>
        </p:nvSpPr>
        <p:spPr>
          <a:xfrm>
            <a:off x="825500" y="3333749"/>
            <a:ext cx="4622800" cy="59690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25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문구 </a:t>
            </a:r>
            <a:r>
              <a:rPr lang="en-US" altLang="ko-KR" sz="25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: </a:t>
            </a:r>
            <a:r>
              <a:rPr lang="ko-KR" altLang="en-US" sz="25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하루를 가득 채운다</a:t>
            </a:r>
            <a:endParaRPr lang="en-US" sz="2500" b="0" i="0" u="none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70" name="TextBox 37">
            <a:extLst>
              <a:ext uri="{FF2B5EF4-FFF2-40B4-BE49-F238E27FC236}">
                <a16:creationId xmlns:a16="http://schemas.microsoft.com/office/drawing/2014/main" id="{9C99FC31-961D-4ECE-9497-0F9EAE604F9B}"/>
              </a:ext>
            </a:extLst>
          </p:cNvPr>
          <p:cNvSpPr txBox="1"/>
          <p:nvPr/>
        </p:nvSpPr>
        <p:spPr>
          <a:xfrm>
            <a:off x="3657600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STYLE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  <p:sp>
        <p:nvSpPr>
          <p:cNvPr id="79" name="TextBox 37">
            <a:extLst>
              <a:ext uri="{FF2B5EF4-FFF2-40B4-BE49-F238E27FC236}">
                <a16:creationId xmlns:a16="http://schemas.microsoft.com/office/drawing/2014/main" id="{8A02AAA7-E37C-43CC-96D5-7930809F8422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80" name="TextBox 37">
            <a:extLst>
              <a:ext uri="{FF2B5EF4-FFF2-40B4-BE49-F238E27FC236}">
                <a16:creationId xmlns:a16="http://schemas.microsoft.com/office/drawing/2014/main" id="{4CBB4638-A47B-4D2F-9323-C60344D3985C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81" name="TextBox 37">
            <a:extLst>
              <a:ext uri="{FF2B5EF4-FFF2-40B4-BE49-F238E27FC236}">
                <a16:creationId xmlns:a16="http://schemas.microsoft.com/office/drawing/2014/main" id="{4D5CF161-DDAA-4638-B8BA-A3BD4B7AF4E1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82" name="TextBox 37">
            <a:extLst>
              <a:ext uri="{FF2B5EF4-FFF2-40B4-BE49-F238E27FC236}">
                <a16:creationId xmlns:a16="http://schemas.microsoft.com/office/drawing/2014/main" id="{3DF69566-41C6-4D01-8350-57D253575782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</p:spTree>
    <p:extLst>
      <p:ext uri="{BB962C8B-B14F-4D97-AF65-F5344CB8AC3E}">
        <p14:creationId xmlns:p14="http://schemas.microsoft.com/office/powerpoint/2010/main" val="145176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25">
            <a:extLst>
              <a:ext uri="{FF2B5EF4-FFF2-40B4-BE49-F238E27FC236}">
                <a16:creationId xmlns:a16="http://schemas.microsoft.com/office/drawing/2014/main" id="{80BD57FC-CF0A-428E-944E-D38868D95E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689100" cy="355600"/>
          </a:xfrm>
          <a:prstGeom prst="rect">
            <a:avLst/>
          </a:prstGeom>
        </p:spPr>
      </p:pic>
      <p:pic>
        <p:nvPicPr>
          <p:cNvPr id="55" name="Picture 27">
            <a:extLst>
              <a:ext uri="{FF2B5EF4-FFF2-40B4-BE49-F238E27FC236}">
                <a16:creationId xmlns:a16="http://schemas.microsoft.com/office/drawing/2014/main" id="{A3D2306A-0A28-40C1-8A2E-63781F207D5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07000" y="2501900"/>
            <a:ext cx="7861300" cy="5842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7" name="Picture 28">
            <a:extLst>
              <a:ext uri="{FF2B5EF4-FFF2-40B4-BE49-F238E27FC236}">
                <a16:creationId xmlns:a16="http://schemas.microsoft.com/office/drawing/2014/main" id="{72A4AC96-3803-4D50-A135-6DDC70828B0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19700" y="2514600"/>
            <a:ext cx="7861300" cy="596900"/>
          </a:xfrm>
          <a:prstGeom prst="rect">
            <a:avLst/>
          </a:prstGeom>
        </p:spPr>
      </p:pic>
      <p:pic>
        <p:nvPicPr>
          <p:cNvPr id="58" name="Picture 30">
            <a:extLst>
              <a:ext uri="{FF2B5EF4-FFF2-40B4-BE49-F238E27FC236}">
                <a16:creationId xmlns:a16="http://schemas.microsoft.com/office/drawing/2014/main" id="{E6611098-17DC-4285-9EAE-A1087B294C2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611100" y="2654300"/>
            <a:ext cx="330200" cy="330200"/>
          </a:xfrm>
          <a:prstGeom prst="rect">
            <a:avLst/>
          </a:prstGeom>
        </p:spPr>
      </p:pic>
      <p:pic>
        <p:nvPicPr>
          <p:cNvPr id="59" name="Picture 32">
            <a:extLst>
              <a:ext uri="{FF2B5EF4-FFF2-40B4-BE49-F238E27FC236}">
                <a16:creationId xmlns:a16="http://schemas.microsoft.com/office/drawing/2014/main" id="{D67715CD-0201-4AC7-BF1C-B6C9DEA7E63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900000">
            <a:off x="12636500" y="2806700"/>
            <a:ext cx="266700" cy="25400"/>
          </a:xfrm>
          <a:prstGeom prst="rect">
            <a:avLst/>
          </a:prstGeom>
        </p:spPr>
      </p:pic>
      <p:pic>
        <p:nvPicPr>
          <p:cNvPr id="60" name="Picture 33">
            <a:extLst>
              <a:ext uri="{FF2B5EF4-FFF2-40B4-BE49-F238E27FC236}">
                <a16:creationId xmlns:a16="http://schemas.microsoft.com/office/drawing/2014/main" id="{151C64BB-7817-43A4-ABBB-A2084DED56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2636500" y="2806700"/>
            <a:ext cx="266700" cy="25400"/>
          </a:xfrm>
          <a:prstGeom prst="rect">
            <a:avLst/>
          </a:prstGeom>
        </p:spPr>
      </p:pic>
      <p:sp>
        <p:nvSpPr>
          <p:cNvPr id="62" name="TextBox 34">
            <a:extLst>
              <a:ext uri="{FF2B5EF4-FFF2-40B4-BE49-F238E27FC236}">
                <a16:creationId xmlns:a16="http://schemas.microsoft.com/office/drawing/2014/main" id="{378FF2D2-64A6-4633-8DA9-046B3F963A4C}"/>
              </a:ext>
            </a:extLst>
          </p:cNvPr>
          <p:cNvSpPr txBox="1"/>
          <p:nvPr/>
        </p:nvSpPr>
        <p:spPr>
          <a:xfrm>
            <a:off x="6870700" y="2590800"/>
            <a:ext cx="45593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5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‘ </a:t>
            </a:r>
            <a:r>
              <a:rPr lang="ko-KR" altLang="en-US" sz="2500" dirty="0" err="1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나눔고딕체</a:t>
            </a:r>
            <a:r>
              <a:rPr lang="en-US" sz="25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‘</a:t>
            </a:r>
            <a:endParaRPr lang="en-US" sz="2500" b="0" i="0" u="none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64" name="TextBox 36">
            <a:extLst>
              <a:ext uri="{FF2B5EF4-FFF2-40B4-BE49-F238E27FC236}">
                <a16:creationId xmlns:a16="http://schemas.microsoft.com/office/drawing/2014/main" id="{29E8F857-1981-40A9-9475-B025C8B345C5}"/>
              </a:ext>
            </a:extLst>
          </p:cNvPr>
          <p:cNvSpPr txBox="1"/>
          <p:nvPr/>
        </p:nvSpPr>
        <p:spPr>
          <a:xfrm>
            <a:off x="889000" y="2082800"/>
            <a:ext cx="1562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FONT</a:t>
            </a:r>
          </a:p>
        </p:txBody>
      </p:sp>
      <p:sp>
        <p:nvSpPr>
          <p:cNvPr id="65" name="TextBox 37">
            <a:extLst>
              <a:ext uri="{FF2B5EF4-FFF2-40B4-BE49-F238E27FC236}">
                <a16:creationId xmlns:a16="http://schemas.microsoft.com/office/drawing/2014/main" id="{B06EC493-D2D7-4C81-AF06-283C64E58AA7}"/>
              </a:ext>
            </a:extLst>
          </p:cNvPr>
          <p:cNvSpPr txBox="1"/>
          <p:nvPr/>
        </p:nvSpPr>
        <p:spPr>
          <a:xfrm>
            <a:off x="825500" y="2476500"/>
            <a:ext cx="46228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5000" b="0" i="0" u="none" strike="noStrike" spc="100" dirty="0">
                <a:solidFill>
                  <a:srgbClr val="7A2D1B"/>
                </a:solidFill>
                <a:ea typeface="Pretendard Bold"/>
              </a:rPr>
              <a:t>폰트</a:t>
            </a:r>
            <a:r>
              <a:rPr lang="en-US" altLang="ko-KR" sz="5000" b="0" i="0" u="none" strike="noStrike" spc="100" dirty="0">
                <a:solidFill>
                  <a:srgbClr val="7A2D1B"/>
                </a:solidFill>
                <a:ea typeface="Pretendard Bold"/>
              </a:rPr>
              <a:t>(</a:t>
            </a:r>
            <a:r>
              <a:rPr lang="ko-KR" altLang="en-US" sz="5000" b="0" i="0" u="none" strike="noStrike" spc="100" dirty="0">
                <a:solidFill>
                  <a:srgbClr val="7A2D1B"/>
                </a:solidFill>
                <a:ea typeface="Pretendard Bold"/>
              </a:rPr>
              <a:t>글꼴</a:t>
            </a:r>
            <a:r>
              <a:rPr lang="en-US" altLang="ko-KR" sz="5000" b="0" i="0" u="none" strike="noStrike" spc="100" dirty="0">
                <a:solidFill>
                  <a:srgbClr val="7A2D1B"/>
                </a:solidFill>
                <a:ea typeface="Pretendard Bold"/>
              </a:rPr>
              <a:t>)</a:t>
            </a:r>
            <a:endParaRPr lang="ko-KR" sz="5000" b="0" i="0" u="none" strike="noStrike" spc="100" dirty="0">
              <a:solidFill>
                <a:srgbClr val="7A2D1B"/>
              </a:solidFill>
              <a:ea typeface="Pretendard Bold"/>
            </a:endParaRPr>
          </a:p>
        </p:txBody>
      </p:sp>
      <p:sp>
        <p:nvSpPr>
          <p:cNvPr id="79" name="TextBox 37">
            <a:extLst>
              <a:ext uri="{FF2B5EF4-FFF2-40B4-BE49-F238E27FC236}">
                <a16:creationId xmlns:a16="http://schemas.microsoft.com/office/drawing/2014/main" id="{8A02AAA7-E37C-43CC-96D5-7930809F8422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80" name="TextBox 37">
            <a:extLst>
              <a:ext uri="{FF2B5EF4-FFF2-40B4-BE49-F238E27FC236}">
                <a16:creationId xmlns:a16="http://schemas.microsoft.com/office/drawing/2014/main" id="{4CBB4638-A47B-4D2F-9323-C60344D3985C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81" name="TextBox 37">
            <a:extLst>
              <a:ext uri="{FF2B5EF4-FFF2-40B4-BE49-F238E27FC236}">
                <a16:creationId xmlns:a16="http://schemas.microsoft.com/office/drawing/2014/main" id="{4D5CF161-DDAA-4638-B8BA-A3BD4B7AF4E1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82" name="TextBox 37">
            <a:extLst>
              <a:ext uri="{FF2B5EF4-FFF2-40B4-BE49-F238E27FC236}">
                <a16:creationId xmlns:a16="http://schemas.microsoft.com/office/drawing/2014/main" id="{3DF69566-41C6-4D01-8350-57D253575782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CA738A80-4DFC-4CB2-B503-2D1238DA6AB3}"/>
              </a:ext>
            </a:extLst>
          </p:cNvPr>
          <p:cNvSpPr txBox="1"/>
          <p:nvPr/>
        </p:nvSpPr>
        <p:spPr>
          <a:xfrm>
            <a:off x="6400800" y="3676650"/>
            <a:ext cx="5473700" cy="3492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5000" b="0" i="0" u="none" strike="noStrike" spc="100" dirty="0">
                <a:solidFill>
                  <a:srgbClr val="7A2D1B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Browallia New" panose="020B0604020202020204" pitchFamily="34" charset="-34"/>
              </a:rPr>
              <a:t>나눔고딕</a:t>
            </a:r>
            <a:r>
              <a:rPr lang="en-US" altLang="ko-KR" sz="5000" b="0" i="0" u="none" strike="noStrike" spc="100" dirty="0">
                <a:solidFill>
                  <a:srgbClr val="7A2D1B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Browallia New" panose="020B0604020202020204" pitchFamily="34" charset="-34"/>
              </a:rPr>
              <a:t>Light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5000" b="0" i="0" u="none" strike="noStrike" spc="100" dirty="0">
                <a:solidFill>
                  <a:srgbClr val="7A2D1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나눔고딕</a:t>
            </a:r>
            <a:r>
              <a:rPr lang="en-US" altLang="ko-KR" sz="5000" b="0" i="0" u="none" strike="noStrike" spc="100" dirty="0" err="1">
                <a:solidFill>
                  <a:srgbClr val="7A2D1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nomal</a:t>
            </a:r>
            <a:br>
              <a:rPr lang="en-US" altLang="ko-KR" sz="5000" b="0" i="0" u="none" strike="noStrike" spc="100" dirty="0">
                <a:solidFill>
                  <a:srgbClr val="7A2D1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5000" b="0" i="0" u="none" strike="noStrike" spc="100" dirty="0">
                <a:solidFill>
                  <a:srgbClr val="7A2D1B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나눔고딕</a:t>
            </a:r>
            <a:r>
              <a:rPr lang="en-US" altLang="ko-KR" sz="5000" b="0" i="0" u="none" strike="noStrike" spc="100" dirty="0">
                <a:solidFill>
                  <a:srgbClr val="7A2D1B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Bold</a:t>
            </a:r>
            <a:endParaRPr lang="ko-KR" sz="5000" b="0" i="0" u="none" strike="noStrike" spc="100" dirty="0">
              <a:solidFill>
                <a:srgbClr val="7A2D1B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C3FC9F05-946A-4E95-AD7E-B87E0602AFF0}"/>
              </a:ext>
            </a:extLst>
          </p:cNvPr>
          <p:cNvSpPr txBox="1"/>
          <p:nvPr/>
        </p:nvSpPr>
        <p:spPr>
          <a:xfrm>
            <a:off x="3657600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STYLE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6122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25">
            <a:extLst>
              <a:ext uri="{FF2B5EF4-FFF2-40B4-BE49-F238E27FC236}">
                <a16:creationId xmlns:a16="http://schemas.microsoft.com/office/drawing/2014/main" id="{80BD57FC-CF0A-428E-944E-D38868D95E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2006600" cy="355600"/>
          </a:xfrm>
          <a:prstGeom prst="rect">
            <a:avLst/>
          </a:prstGeom>
        </p:spPr>
      </p:pic>
      <p:sp>
        <p:nvSpPr>
          <p:cNvPr id="64" name="TextBox 36">
            <a:extLst>
              <a:ext uri="{FF2B5EF4-FFF2-40B4-BE49-F238E27FC236}">
                <a16:creationId xmlns:a16="http://schemas.microsoft.com/office/drawing/2014/main" id="{29E8F857-1981-40A9-9475-B025C8B345C5}"/>
              </a:ext>
            </a:extLst>
          </p:cNvPr>
          <p:cNvSpPr txBox="1"/>
          <p:nvPr/>
        </p:nvSpPr>
        <p:spPr>
          <a:xfrm>
            <a:off x="889000" y="2055906"/>
            <a:ext cx="1803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spc="100" dirty="0">
                <a:solidFill>
                  <a:srgbClr val="FFFFFF"/>
                </a:solidFill>
                <a:latin typeface="Pretendard Bold"/>
              </a:rPr>
              <a:t>CONTENTS</a:t>
            </a:r>
            <a:endParaRPr lang="en-US" sz="1700" b="0" i="0" u="none" strike="noStrike" spc="100" dirty="0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65" name="TextBox 37">
            <a:extLst>
              <a:ext uri="{FF2B5EF4-FFF2-40B4-BE49-F238E27FC236}">
                <a16:creationId xmlns:a16="http://schemas.microsoft.com/office/drawing/2014/main" id="{B06EC493-D2D7-4C81-AF06-283C64E58AA7}"/>
              </a:ext>
            </a:extLst>
          </p:cNvPr>
          <p:cNvSpPr txBox="1"/>
          <p:nvPr/>
        </p:nvSpPr>
        <p:spPr>
          <a:xfrm>
            <a:off x="825500" y="2476500"/>
            <a:ext cx="46228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ko-KR" sz="5000" b="0" i="0" u="none" strike="noStrike" spc="100" dirty="0">
              <a:solidFill>
                <a:srgbClr val="7A2D1B"/>
              </a:solidFill>
              <a:ea typeface="Pretendard Bold"/>
            </a:endParaRP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144E8335-4E8F-4970-B89A-E0626A4A8ACB}"/>
              </a:ext>
            </a:extLst>
          </p:cNvPr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pic>
        <p:nvPicPr>
          <p:cNvPr id="53" name="Picture 48">
            <a:extLst>
              <a:ext uri="{FF2B5EF4-FFF2-40B4-BE49-F238E27FC236}">
                <a16:creationId xmlns:a16="http://schemas.microsoft.com/office/drawing/2014/main" id="{63F946C0-6689-4A0C-AB51-EBCD62F18AB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6500" y="4215674"/>
            <a:ext cx="5981700" cy="1841500"/>
          </a:xfrm>
          <a:prstGeom prst="rect">
            <a:avLst/>
          </a:prstGeom>
        </p:spPr>
      </p:pic>
      <p:pic>
        <p:nvPicPr>
          <p:cNvPr id="68" name="Picture 49">
            <a:extLst>
              <a:ext uri="{FF2B5EF4-FFF2-40B4-BE49-F238E27FC236}">
                <a16:creationId xmlns:a16="http://schemas.microsoft.com/office/drawing/2014/main" id="{2A5E42A8-347A-483B-9D60-4C683F2154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76500" y="3631474"/>
            <a:ext cx="5981700" cy="596900"/>
          </a:xfrm>
          <a:prstGeom prst="rect">
            <a:avLst/>
          </a:prstGeom>
        </p:spPr>
      </p:pic>
      <p:pic>
        <p:nvPicPr>
          <p:cNvPr id="69" name="Picture 51">
            <a:extLst>
              <a:ext uri="{FF2B5EF4-FFF2-40B4-BE49-F238E27FC236}">
                <a16:creationId xmlns:a16="http://schemas.microsoft.com/office/drawing/2014/main" id="{381D1E1A-FD40-49CA-B0B7-E56362E285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37500" y="3733074"/>
            <a:ext cx="419100" cy="406400"/>
          </a:xfrm>
          <a:prstGeom prst="rect">
            <a:avLst/>
          </a:prstGeom>
        </p:spPr>
      </p:pic>
      <p:pic>
        <p:nvPicPr>
          <p:cNvPr id="70" name="Picture 52">
            <a:extLst>
              <a:ext uri="{FF2B5EF4-FFF2-40B4-BE49-F238E27FC236}">
                <a16:creationId xmlns:a16="http://schemas.microsoft.com/office/drawing/2014/main" id="{5D1D4CB9-B29A-4DF4-813C-A44F818E945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8077200" y="3809274"/>
            <a:ext cx="139700" cy="254000"/>
          </a:xfrm>
          <a:prstGeom prst="rect">
            <a:avLst/>
          </a:prstGeom>
        </p:spPr>
      </p:pic>
      <p:sp>
        <p:nvSpPr>
          <p:cNvPr id="71" name="TextBox 53">
            <a:extLst>
              <a:ext uri="{FF2B5EF4-FFF2-40B4-BE49-F238E27FC236}">
                <a16:creationId xmlns:a16="http://schemas.microsoft.com/office/drawing/2014/main" id="{50BFF58D-A205-45DF-BE7A-92D50D76D5F8}"/>
              </a:ext>
            </a:extLst>
          </p:cNvPr>
          <p:cNvSpPr txBox="1"/>
          <p:nvPr/>
        </p:nvSpPr>
        <p:spPr>
          <a:xfrm>
            <a:off x="2832100" y="3745774"/>
            <a:ext cx="4737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담당 </a:t>
            </a:r>
            <a:r>
              <a:rPr lang="en-US" altLang="ko-KR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- </a:t>
            </a:r>
            <a:r>
              <a:rPr lang="ko-KR" altLang="en-US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윤태현</a:t>
            </a:r>
            <a:endParaRPr lang="ko-KR" sz="2000" b="1" i="0" u="none" strike="noStrike" spc="300" dirty="0">
              <a:solidFill>
                <a:srgbClr val="A0694A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72" name="TextBox 54">
            <a:extLst>
              <a:ext uri="{FF2B5EF4-FFF2-40B4-BE49-F238E27FC236}">
                <a16:creationId xmlns:a16="http://schemas.microsoft.com/office/drawing/2014/main" id="{D5096C4C-B974-4D88-AE12-9658DA19D9B9}"/>
              </a:ext>
            </a:extLst>
          </p:cNvPr>
          <p:cNvSpPr txBox="1"/>
          <p:nvPr/>
        </p:nvSpPr>
        <p:spPr>
          <a:xfrm>
            <a:off x="2692400" y="4596674"/>
            <a:ext cx="53340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HEADE</a:t>
            </a:r>
            <a:r>
              <a:rPr 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 &amp; FOOTER &amp; MAIN </a:t>
            </a:r>
            <a:r>
              <a:rPr lang="ko-KR" alt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페이지 제작</a:t>
            </a:r>
            <a:endParaRPr lang="en-US" altLang="ko-KR" sz="1900" dirty="0">
              <a:solidFill>
                <a:srgbClr val="A0694A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81769"/>
              </a:lnSpc>
            </a:pPr>
            <a:r>
              <a:rPr lang="en-US" altLang="ko-KR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JOIN </a:t>
            </a:r>
            <a:r>
              <a:rPr lang="ko-KR" alt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페이지 제작</a:t>
            </a:r>
            <a:r>
              <a:rPr 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</a:p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▷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추가 </a:t>
            </a:r>
            <a:r>
              <a:rPr lang="en-US" altLang="ko-KR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모바일 반응형 제작</a:t>
            </a:r>
            <a:endParaRPr lang="ko-KR" sz="1900" b="0" i="0" u="none" strike="noStrike" dirty="0">
              <a:solidFill>
                <a:srgbClr val="A0694A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3" name="Picture 48">
            <a:extLst>
              <a:ext uri="{FF2B5EF4-FFF2-40B4-BE49-F238E27FC236}">
                <a16:creationId xmlns:a16="http://schemas.microsoft.com/office/drawing/2014/main" id="{9179733E-77F7-4BD2-A49F-064BFB2845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3600" y="4203700"/>
            <a:ext cx="5981700" cy="1841500"/>
          </a:xfrm>
          <a:prstGeom prst="rect">
            <a:avLst/>
          </a:prstGeom>
        </p:spPr>
      </p:pic>
      <p:pic>
        <p:nvPicPr>
          <p:cNvPr id="74" name="Picture 49">
            <a:extLst>
              <a:ext uri="{FF2B5EF4-FFF2-40B4-BE49-F238E27FC236}">
                <a16:creationId xmlns:a16="http://schemas.microsoft.com/office/drawing/2014/main" id="{C32EF856-90B1-42FC-819A-FB5227B637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53600" y="3619500"/>
            <a:ext cx="5981700" cy="596900"/>
          </a:xfrm>
          <a:prstGeom prst="rect">
            <a:avLst/>
          </a:prstGeom>
        </p:spPr>
      </p:pic>
      <p:pic>
        <p:nvPicPr>
          <p:cNvPr id="75" name="Picture 51">
            <a:extLst>
              <a:ext uri="{FF2B5EF4-FFF2-40B4-BE49-F238E27FC236}">
                <a16:creationId xmlns:a16="http://schemas.microsoft.com/office/drawing/2014/main" id="{181A9F5F-C0F5-4BC2-B4E6-88E2EECE4F5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14600" y="3721100"/>
            <a:ext cx="419100" cy="406400"/>
          </a:xfrm>
          <a:prstGeom prst="rect">
            <a:avLst/>
          </a:prstGeom>
        </p:spPr>
      </p:pic>
      <p:pic>
        <p:nvPicPr>
          <p:cNvPr id="76" name="Picture 52">
            <a:extLst>
              <a:ext uri="{FF2B5EF4-FFF2-40B4-BE49-F238E27FC236}">
                <a16:creationId xmlns:a16="http://schemas.microsoft.com/office/drawing/2014/main" id="{7CFA4238-0F61-4983-A31B-5182420D01F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5354300" y="3797300"/>
            <a:ext cx="139700" cy="254000"/>
          </a:xfrm>
          <a:prstGeom prst="rect">
            <a:avLst/>
          </a:prstGeom>
        </p:spPr>
      </p:pic>
      <p:sp>
        <p:nvSpPr>
          <p:cNvPr id="77" name="TextBox 53">
            <a:extLst>
              <a:ext uri="{FF2B5EF4-FFF2-40B4-BE49-F238E27FC236}">
                <a16:creationId xmlns:a16="http://schemas.microsoft.com/office/drawing/2014/main" id="{43A03E64-5E06-4464-AEAB-61FA3FE51288}"/>
              </a:ext>
            </a:extLst>
          </p:cNvPr>
          <p:cNvSpPr txBox="1"/>
          <p:nvPr/>
        </p:nvSpPr>
        <p:spPr>
          <a:xfrm>
            <a:off x="10109200" y="3733800"/>
            <a:ext cx="4737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담당 </a:t>
            </a:r>
            <a:r>
              <a:rPr lang="en-US" altLang="ko-KR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- </a:t>
            </a:r>
            <a:r>
              <a:rPr lang="ko-KR" altLang="en-US" sz="2000" b="1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이수현</a:t>
            </a:r>
            <a:endParaRPr lang="ko-KR" sz="2000" b="1" i="0" u="none" strike="noStrike" spc="300" dirty="0">
              <a:solidFill>
                <a:srgbClr val="A0694A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78" name="TextBox 54">
            <a:extLst>
              <a:ext uri="{FF2B5EF4-FFF2-40B4-BE49-F238E27FC236}">
                <a16:creationId xmlns:a16="http://schemas.microsoft.com/office/drawing/2014/main" id="{E00827EB-61E0-4163-AAFD-D9A0D064BB34}"/>
              </a:ext>
            </a:extLst>
          </p:cNvPr>
          <p:cNvSpPr txBox="1"/>
          <p:nvPr/>
        </p:nvSpPr>
        <p:spPr>
          <a:xfrm>
            <a:off x="9969500" y="4584700"/>
            <a:ext cx="53340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ko-KR" alt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장바구니</a:t>
            </a:r>
            <a:r>
              <a:rPr 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페이지 제작</a:t>
            </a:r>
            <a:r>
              <a:rPr 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</a:p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▷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추가 </a:t>
            </a:r>
            <a:r>
              <a:rPr lang="en-US" altLang="ko-KR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모바일 반응형 제작</a:t>
            </a:r>
            <a:endParaRPr lang="ko-KR" sz="1900" b="0" i="0" u="none" strike="noStrike" dirty="0">
              <a:solidFill>
                <a:srgbClr val="A0694A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9" name="Picture 48">
            <a:extLst>
              <a:ext uri="{FF2B5EF4-FFF2-40B4-BE49-F238E27FC236}">
                <a16:creationId xmlns:a16="http://schemas.microsoft.com/office/drawing/2014/main" id="{0DAD2E6D-5B9F-487B-9EE1-A0AAFA9B28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6500" y="7416074"/>
            <a:ext cx="5981700" cy="1841500"/>
          </a:xfrm>
          <a:prstGeom prst="rect">
            <a:avLst/>
          </a:prstGeom>
        </p:spPr>
      </p:pic>
      <p:pic>
        <p:nvPicPr>
          <p:cNvPr id="80" name="Picture 49">
            <a:extLst>
              <a:ext uri="{FF2B5EF4-FFF2-40B4-BE49-F238E27FC236}">
                <a16:creationId xmlns:a16="http://schemas.microsoft.com/office/drawing/2014/main" id="{C5A9952B-B10E-499C-8F49-427F01029DA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76500" y="6831874"/>
            <a:ext cx="5981700" cy="596900"/>
          </a:xfrm>
          <a:prstGeom prst="rect">
            <a:avLst/>
          </a:prstGeom>
        </p:spPr>
      </p:pic>
      <p:pic>
        <p:nvPicPr>
          <p:cNvPr id="81" name="Picture 51">
            <a:extLst>
              <a:ext uri="{FF2B5EF4-FFF2-40B4-BE49-F238E27FC236}">
                <a16:creationId xmlns:a16="http://schemas.microsoft.com/office/drawing/2014/main" id="{6118787B-1D9E-4869-9944-D579E560771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37500" y="6933474"/>
            <a:ext cx="419100" cy="406400"/>
          </a:xfrm>
          <a:prstGeom prst="rect">
            <a:avLst/>
          </a:prstGeom>
        </p:spPr>
      </p:pic>
      <p:pic>
        <p:nvPicPr>
          <p:cNvPr id="82" name="Picture 52">
            <a:extLst>
              <a:ext uri="{FF2B5EF4-FFF2-40B4-BE49-F238E27FC236}">
                <a16:creationId xmlns:a16="http://schemas.microsoft.com/office/drawing/2014/main" id="{C45F6500-218E-4092-B5B5-C4E14B9F6B3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8077200" y="7009674"/>
            <a:ext cx="139700" cy="254000"/>
          </a:xfrm>
          <a:prstGeom prst="rect">
            <a:avLst/>
          </a:prstGeom>
        </p:spPr>
      </p:pic>
      <p:sp>
        <p:nvSpPr>
          <p:cNvPr id="83" name="TextBox 53">
            <a:extLst>
              <a:ext uri="{FF2B5EF4-FFF2-40B4-BE49-F238E27FC236}">
                <a16:creationId xmlns:a16="http://schemas.microsoft.com/office/drawing/2014/main" id="{2D6C7FA6-3B16-4C51-B752-3B24701DE65C}"/>
              </a:ext>
            </a:extLst>
          </p:cNvPr>
          <p:cNvSpPr txBox="1"/>
          <p:nvPr/>
        </p:nvSpPr>
        <p:spPr>
          <a:xfrm>
            <a:off x="2832100" y="6946174"/>
            <a:ext cx="4737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담당 </a:t>
            </a:r>
            <a:r>
              <a:rPr lang="en-US" altLang="ko-KR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- </a:t>
            </a:r>
            <a:r>
              <a:rPr lang="ko-KR" altLang="en-US" sz="2000" b="1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최승호</a:t>
            </a:r>
            <a:endParaRPr lang="ko-KR" sz="2000" b="1" i="0" u="none" strike="noStrike" spc="300" dirty="0">
              <a:solidFill>
                <a:srgbClr val="A0694A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84" name="TextBox 54">
            <a:extLst>
              <a:ext uri="{FF2B5EF4-FFF2-40B4-BE49-F238E27FC236}">
                <a16:creationId xmlns:a16="http://schemas.microsoft.com/office/drawing/2014/main" id="{C54E47E2-F54D-416B-BBAA-54F0AC1A9172}"/>
              </a:ext>
            </a:extLst>
          </p:cNvPr>
          <p:cNvSpPr txBox="1"/>
          <p:nvPr/>
        </p:nvSpPr>
        <p:spPr>
          <a:xfrm>
            <a:off x="2692400" y="7797074"/>
            <a:ext cx="53340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고객센터 페이지 </a:t>
            </a:r>
            <a:r>
              <a:rPr lang="ko-KR" alt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제작</a:t>
            </a:r>
            <a:r>
              <a:rPr 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</a:p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▷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추가 </a:t>
            </a:r>
            <a:r>
              <a:rPr lang="en-US" altLang="ko-KR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모바일 반응형 제작</a:t>
            </a:r>
            <a:endParaRPr lang="ko-KR" sz="1900" b="0" i="0" u="none" strike="noStrike" dirty="0">
              <a:solidFill>
                <a:srgbClr val="A0694A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85" name="Picture 48">
            <a:extLst>
              <a:ext uri="{FF2B5EF4-FFF2-40B4-BE49-F238E27FC236}">
                <a16:creationId xmlns:a16="http://schemas.microsoft.com/office/drawing/2014/main" id="{8A3FEE76-7279-47E7-9490-5C7D3C6015B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3600" y="7404100"/>
            <a:ext cx="5981700" cy="1841500"/>
          </a:xfrm>
          <a:prstGeom prst="rect">
            <a:avLst/>
          </a:prstGeom>
        </p:spPr>
      </p:pic>
      <p:pic>
        <p:nvPicPr>
          <p:cNvPr id="86" name="Picture 49">
            <a:extLst>
              <a:ext uri="{FF2B5EF4-FFF2-40B4-BE49-F238E27FC236}">
                <a16:creationId xmlns:a16="http://schemas.microsoft.com/office/drawing/2014/main" id="{DFA3BA5F-9873-488C-99C8-0E5B1EF95CD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53600" y="6819900"/>
            <a:ext cx="5981700" cy="596900"/>
          </a:xfrm>
          <a:prstGeom prst="rect">
            <a:avLst/>
          </a:prstGeom>
        </p:spPr>
      </p:pic>
      <p:pic>
        <p:nvPicPr>
          <p:cNvPr id="87" name="Picture 51">
            <a:extLst>
              <a:ext uri="{FF2B5EF4-FFF2-40B4-BE49-F238E27FC236}">
                <a16:creationId xmlns:a16="http://schemas.microsoft.com/office/drawing/2014/main" id="{89BBA25E-62C7-49F1-8EAF-6C9C58B7F75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14600" y="6921500"/>
            <a:ext cx="419100" cy="406400"/>
          </a:xfrm>
          <a:prstGeom prst="rect">
            <a:avLst/>
          </a:prstGeom>
        </p:spPr>
      </p:pic>
      <p:pic>
        <p:nvPicPr>
          <p:cNvPr id="88" name="Picture 52">
            <a:extLst>
              <a:ext uri="{FF2B5EF4-FFF2-40B4-BE49-F238E27FC236}">
                <a16:creationId xmlns:a16="http://schemas.microsoft.com/office/drawing/2014/main" id="{E5FFD096-7E61-42C0-8C93-CB18DEAF703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5354300" y="6997700"/>
            <a:ext cx="139700" cy="254000"/>
          </a:xfrm>
          <a:prstGeom prst="rect">
            <a:avLst/>
          </a:prstGeom>
        </p:spPr>
      </p:pic>
      <p:sp>
        <p:nvSpPr>
          <p:cNvPr id="89" name="TextBox 53">
            <a:extLst>
              <a:ext uri="{FF2B5EF4-FFF2-40B4-BE49-F238E27FC236}">
                <a16:creationId xmlns:a16="http://schemas.microsoft.com/office/drawing/2014/main" id="{A00C0404-5CE8-4E1C-9643-3067A4D677CA}"/>
              </a:ext>
            </a:extLst>
          </p:cNvPr>
          <p:cNvSpPr txBox="1"/>
          <p:nvPr/>
        </p:nvSpPr>
        <p:spPr>
          <a:xfrm>
            <a:off x="10109200" y="6934200"/>
            <a:ext cx="47371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담당 </a:t>
            </a:r>
            <a:r>
              <a:rPr lang="en-US" altLang="ko-KR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- </a:t>
            </a:r>
            <a:r>
              <a:rPr lang="ko-KR" altLang="en-US" sz="2000" b="1" i="0" u="none" strike="noStrike" spc="300" dirty="0">
                <a:solidFill>
                  <a:srgbClr val="A0694A"/>
                </a:solidFill>
                <a:latin typeface="Pretendard Bold" panose="020B0600000101010101" charset="-127"/>
                <a:ea typeface="Pretendard Bold" panose="020B0600000101010101" charset="-127"/>
              </a:rPr>
              <a:t>최지원</a:t>
            </a:r>
            <a:endParaRPr lang="ko-KR" sz="2000" b="1" i="0" u="none" strike="noStrike" spc="300" dirty="0">
              <a:solidFill>
                <a:srgbClr val="A0694A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90" name="TextBox 54">
            <a:extLst>
              <a:ext uri="{FF2B5EF4-FFF2-40B4-BE49-F238E27FC236}">
                <a16:creationId xmlns:a16="http://schemas.microsoft.com/office/drawing/2014/main" id="{FB26A501-2BE2-4200-9E56-BE4BD60483C3}"/>
              </a:ext>
            </a:extLst>
          </p:cNvPr>
          <p:cNvSpPr txBox="1"/>
          <p:nvPr/>
        </p:nvSpPr>
        <p:spPr>
          <a:xfrm>
            <a:off x="9969500" y="7785100"/>
            <a:ext cx="53340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ko-KR" alt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주문하기</a:t>
            </a:r>
            <a:r>
              <a:rPr 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페이지 제작</a:t>
            </a:r>
            <a:r>
              <a:rPr lang="en-US" sz="1900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</a:p>
          <a:p>
            <a:pPr lvl="0" algn="l">
              <a:lnSpc>
                <a:spcPct val="181769"/>
              </a:lnSpc>
            </a:pPr>
            <a:r>
              <a:rPr 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▷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추가 </a:t>
            </a:r>
            <a:r>
              <a:rPr lang="en-US" altLang="ko-KR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</a:t>
            </a:r>
            <a:r>
              <a:rPr lang="ko-KR" altLang="en-US" sz="1900" b="0" i="0" u="none" strike="noStrike" dirty="0">
                <a:solidFill>
                  <a:srgbClr val="A0694A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모바일 반응형 제작</a:t>
            </a:r>
            <a:endParaRPr lang="ko-KR" sz="1900" b="0" i="0" u="none" strike="noStrike" dirty="0">
              <a:solidFill>
                <a:srgbClr val="A0694A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1" name="TextBox 37">
            <a:extLst>
              <a:ext uri="{FF2B5EF4-FFF2-40B4-BE49-F238E27FC236}">
                <a16:creationId xmlns:a16="http://schemas.microsoft.com/office/drawing/2014/main" id="{B2548119-7546-499F-BB1A-631C142D02BF}"/>
              </a:ext>
            </a:extLst>
          </p:cNvPr>
          <p:cNvSpPr txBox="1"/>
          <p:nvPr/>
        </p:nvSpPr>
        <p:spPr>
          <a:xfrm>
            <a:off x="861359" y="2508271"/>
            <a:ext cx="46228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5000" spc="100" dirty="0">
                <a:solidFill>
                  <a:srgbClr val="7A2D1B"/>
                </a:solidFill>
                <a:ea typeface="Pretendard Bold"/>
              </a:rPr>
              <a:t>컨텐츠</a:t>
            </a:r>
            <a:endParaRPr lang="ko-KR" sz="5000" b="0" i="0" u="none" strike="noStrike" spc="100" dirty="0">
              <a:solidFill>
                <a:srgbClr val="7A2D1B"/>
              </a:solidFill>
              <a:ea typeface="Pretendard Bold"/>
            </a:endParaRPr>
          </a:p>
        </p:txBody>
      </p:sp>
      <p:sp>
        <p:nvSpPr>
          <p:cNvPr id="92" name="TextBox 37">
            <a:extLst>
              <a:ext uri="{FF2B5EF4-FFF2-40B4-BE49-F238E27FC236}">
                <a16:creationId xmlns:a16="http://schemas.microsoft.com/office/drawing/2014/main" id="{4A94C013-F823-40A5-BB1B-0205BA2A5EBC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93" name="TextBox 37">
            <a:extLst>
              <a:ext uri="{FF2B5EF4-FFF2-40B4-BE49-F238E27FC236}">
                <a16:creationId xmlns:a16="http://schemas.microsoft.com/office/drawing/2014/main" id="{6D063B26-5835-407D-BA39-29179E4DA08E}"/>
              </a:ext>
            </a:extLst>
          </p:cNvPr>
          <p:cNvSpPr txBox="1"/>
          <p:nvPr/>
        </p:nvSpPr>
        <p:spPr>
          <a:xfrm>
            <a:off x="5314043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CONTENTS</a:t>
            </a:r>
          </a:p>
        </p:txBody>
      </p:sp>
      <p:sp>
        <p:nvSpPr>
          <p:cNvPr id="94" name="TextBox 37">
            <a:extLst>
              <a:ext uri="{FF2B5EF4-FFF2-40B4-BE49-F238E27FC236}">
                <a16:creationId xmlns:a16="http://schemas.microsoft.com/office/drawing/2014/main" id="{B9F32B3A-365C-45F2-813C-B3843E8CD37B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95" name="TextBox 37">
            <a:extLst>
              <a:ext uri="{FF2B5EF4-FFF2-40B4-BE49-F238E27FC236}">
                <a16:creationId xmlns:a16="http://schemas.microsoft.com/office/drawing/2014/main" id="{75F11572-6E01-4BEB-8561-1D8F7338BCFA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96" name="TextBox 37">
            <a:extLst>
              <a:ext uri="{FF2B5EF4-FFF2-40B4-BE49-F238E27FC236}">
                <a16:creationId xmlns:a16="http://schemas.microsoft.com/office/drawing/2014/main" id="{DFE2B74F-D9EE-41A6-8F77-CBECD3E0D1EB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</p:spTree>
    <p:extLst>
      <p:ext uri="{BB962C8B-B14F-4D97-AF65-F5344CB8AC3E}">
        <p14:creationId xmlns:p14="http://schemas.microsoft.com/office/powerpoint/2010/main" val="315417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74762" y="4298950"/>
            <a:ext cx="14338476" cy="107315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100" dirty="0">
                <a:solidFill>
                  <a:srgbClr val="7A2D1B"/>
                </a:solidFill>
                <a:ea typeface="Pretendard Bold"/>
              </a:rPr>
              <a:t>헤더</a:t>
            </a:r>
            <a:r>
              <a:rPr lang="en-US" sz="4000" b="0" i="0" u="none" strike="noStrike" spc="100" dirty="0">
                <a:solidFill>
                  <a:srgbClr val="7A2D1B"/>
                </a:solidFill>
                <a:latin typeface="Pretendard Bold"/>
              </a:rPr>
              <a:t>(Header)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레이아웃 적용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HEADER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716BAA25-0C8D-42EC-A8E4-FFABFC5E71AE}"/>
              </a:ext>
            </a:extLst>
          </p:cNvPr>
          <p:cNvGrpSpPr/>
          <p:nvPr/>
        </p:nvGrpSpPr>
        <p:grpSpPr>
          <a:xfrm>
            <a:off x="8869680" y="6057900"/>
            <a:ext cx="579120" cy="561308"/>
            <a:chOff x="8797290" y="5220767"/>
            <a:chExt cx="723900" cy="5872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20E8ACE0-8658-4E7B-AD61-D92A9015F425}"/>
                </a:ext>
              </a:extLst>
            </p:cNvPr>
            <p:cNvSpPr/>
            <p:nvPr/>
          </p:nvSpPr>
          <p:spPr>
            <a:xfrm>
              <a:off x="8797290" y="5220767"/>
              <a:ext cx="723900" cy="587234"/>
            </a:xfrm>
            <a:prstGeom prst="roundRect">
              <a:avLst/>
            </a:prstGeom>
            <a:solidFill>
              <a:srgbClr val="7A2D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9" name="화살표: 아래쪽 108">
              <a:extLst>
                <a:ext uri="{FF2B5EF4-FFF2-40B4-BE49-F238E27FC236}">
                  <a16:creationId xmlns:a16="http://schemas.microsoft.com/office/drawing/2014/main" id="{4FE3AB30-D58D-4EF1-B21B-EC2E558DF0A2}"/>
                </a:ext>
              </a:extLst>
            </p:cNvPr>
            <p:cNvSpPr/>
            <p:nvPr/>
          </p:nvSpPr>
          <p:spPr>
            <a:xfrm>
              <a:off x="8957572" y="5359580"/>
              <a:ext cx="372856" cy="315690"/>
            </a:xfrm>
            <a:prstGeom prst="downArrow">
              <a:avLst/>
            </a:prstGeom>
            <a:solidFill>
              <a:srgbClr val="FF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81" name="Picture 26">
            <a:extLst>
              <a:ext uri="{FF2B5EF4-FFF2-40B4-BE49-F238E27FC236}">
                <a16:creationId xmlns:a16="http://schemas.microsoft.com/office/drawing/2014/main" id="{95C1D146-D2DC-41CA-8C36-CC7A5F90E27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16919" y="7314533"/>
            <a:ext cx="14353381" cy="107315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122" name="TextBox 37">
            <a:extLst>
              <a:ext uri="{FF2B5EF4-FFF2-40B4-BE49-F238E27FC236}">
                <a16:creationId xmlns:a16="http://schemas.microsoft.com/office/drawing/2014/main" id="{BABDEC7B-8E17-48F3-A259-E74D2498F97B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123" name="TextBox 37">
            <a:extLst>
              <a:ext uri="{FF2B5EF4-FFF2-40B4-BE49-F238E27FC236}">
                <a16:creationId xmlns:a16="http://schemas.microsoft.com/office/drawing/2014/main" id="{B57D601C-18B2-481B-B103-02E289B47981}"/>
              </a:ext>
            </a:extLst>
          </p:cNvPr>
          <p:cNvSpPr txBox="1"/>
          <p:nvPr/>
        </p:nvSpPr>
        <p:spPr>
          <a:xfrm>
            <a:off x="7233557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HEADER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  <p:sp>
        <p:nvSpPr>
          <p:cNvPr id="124" name="TextBox 37">
            <a:extLst>
              <a:ext uri="{FF2B5EF4-FFF2-40B4-BE49-F238E27FC236}">
                <a16:creationId xmlns:a16="http://schemas.microsoft.com/office/drawing/2014/main" id="{BD4D4DB8-3D57-46B5-9739-985DF5BD6C9E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125" name="TextBox 37">
            <a:extLst>
              <a:ext uri="{FF2B5EF4-FFF2-40B4-BE49-F238E27FC236}">
                <a16:creationId xmlns:a16="http://schemas.microsoft.com/office/drawing/2014/main" id="{4BD5529D-8C2B-4B28-8392-887FA5D39D0B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  <p:sp>
        <p:nvSpPr>
          <p:cNvPr id="131" name="TextBox 37">
            <a:extLst>
              <a:ext uri="{FF2B5EF4-FFF2-40B4-BE49-F238E27FC236}">
                <a16:creationId xmlns:a16="http://schemas.microsoft.com/office/drawing/2014/main" id="{306618A7-2A02-48A6-931E-F2B5810637EB}"/>
              </a:ext>
            </a:extLst>
          </p:cNvPr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092DBDAF-A3A5-471D-ACA6-919760C945F2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29436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100" dirty="0">
                <a:solidFill>
                  <a:srgbClr val="7A2D1B"/>
                </a:solidFill>
                <a:ea typeface="Pretendard Bold"/>
              </a:rPr>
              <a:t>헤더</a:t>
            </a:r>
            <a:r>
              <a:rPr lang="en-US" sz="4000" b="0" i="0" u="none" strike="noStrike" spc="100" dirty="0">
                <a:solidFill>
                  <a:srgbClr val="7A2D1B"/>
                </a:solidFill>
                <a:latin typeface="Pretendard Bold"/>
              </a:rPr>
              <a:t>(Header) </a:t>
            </a:r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구성요소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1" name="Picture 26">
            <a:extLst>
              <a:ext uri="{FF2B5EF4-FFF2-40B4-BE49-F238E27FC236}">
                <a16:creationId xmlns:a16="http://schemas.microsoft.com/office/drawing/2014/main" id="{D4FD1633-04FB-42B0-93DF-6A9844784F0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95401" y="5161552"/>
            <a:ext cx="14353381" cy="1073150"/>
          </a:xfrm>
          <a:prstGeom prst="rect">
            <a:avLst/>
          </a:prstGeom>
        </p:spPr>
      </p:pic>
      <p:pic>
        <p:nvPicPr>
          <p:cNvPr id="72" name="Picture 38">
            <a:extLst>
              <a:ext uri="{FF2B5EF4-FFF2-40B4-BE49-F238E27FC236}">
                <a16:creationId xmlns:a16="http://schemas.microsoft.com/office/drawing/2014/main" id="{6B4B92E1-1CCE-4D4A-87E6-7A7380FF3B6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95400" y="5143500"/>
            <a:ext cx="14353381" cy="1091202"/>
          </a:xfrm>
          <a:prstGeom prst="rect">
            <a:avLst/>
          </a:prstGeom>
        </p:spPr>
      </p:pic>
      <p:pic>
        <p:nvPicPr>
          <p:cNvPr id="73" name="Picture 40">
            <a:extLst>
              <a:ext uri="{FF2B5EF4-FFF2-40B4-BE49-F238E27FC236}">
                <a16:creationId xmlns:a16="http://schemas.microsoft.com/office/drawing/2014/main" id="{1E4D1884-A398-4510-B04D-63D5C76CDF7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39266" y="6114052"/>
            <a:ext cx="190500" cy="190500"/>
          </a:xfrm>
          <a:prstGeom prst="rect">
            <a:avLst/>
          </a:prstGeom>
        </p:spPr>
      </p:pic>
      <p:pic>
        <p:nvPicPr>
          <p:cNvPr id="74" name="Picture 41">
            <a:extLst>
              <a:ext uri="{FF2B5EF4-FFF2-40B4-BE49-F238E27FC236}">
                <a16:creationId xmlns:a16="http://schemas.microsoft.com/office/drawing/2014/main" id="{D81B0345-52DB-40EE-813B-D097C0D23A4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2577" y="6114052"/>
            <a:ext cx="190500" cy="190500"/>
          </a:xfrm>
          <a:prstGeom prst="rect">
            <a:avLst/>
          </a:prstGeom>
        </p:spPr>
      </p:pic>
      <p:pic>
        <p:nvPicPr>
          <p:cNvPr id="75" name="Picture 43">
            <a:extLst>
              <a:ext uri="{FF2B5EF4-FFF2-40B4-BE49-F238E27FC236}">
                <a16:creationId xmlns:a16="http://schemas.microsoft.com/office/drawing/2014/main" id="{34021B57-BA5D-4856-A14A-5C0A80B09F6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37088" y="5060315"/>
            <a:ext cx="190500" cy="190500"/>
          </a:xfrm>
          <a:prstGeom prst="rect">
            <a:avLst/>
          </a:prstGeom>
        </p:spPr>
      </p:pic>
      <p:pic>
        <p:nvPicPr>
          <p:cNvPr id="76" name="Picture 44">
            <a:extLst>
              <a:ext uri="{FF2B5EF4-FFF2-40B4-BE49-F238E27FC236}">
                <a16:creationId xmlns:a16="http://schemas.microsoft.com/office/drawing/2014/main" id="{6C95C336-9E88-41E4-BD73-F5004950469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2577" y="5047252"/>
            <a:ext cx="190500" cy="190500"/>
          </a:xfrm>
          <a:prstGeom prst="rect">
            <a:avLst/>
          </a:prstGeom>
        </p:spPr>
      </p:pic>
      <p:pic>
        <p:nvPicPr>
          <p:cNvPr id="77" name="Picture 45">
            <a:extLst>
              <a:ext uri="{FF2B5EF4-FFF2-40B4-BE49-F238E27FC236}">
                <a16:creationId xmlns:a16="http://schemas.microsoft.com/office/drawing/2014/main" id="{06F1834A-3F1F-45BE-9E48-DB6A20B0A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0528" y="4906826"/>
            <a:ext cx="1231900" cy="279400"/>
          </a:xfrm>
          <a:prstGeom prst="rect">
            <a:avLst/>
          </a:prstGeom>
        </p:spPr>
      </p:pic>
      <p:sp>
        <p:nvSpPr>
          <p:cNvPr id="78" name="TextBox 46">
            <a:extLst>
              <a:ext uri="{FF2B5EF4-FFF2-40B4-BE49-F238E27FC236}">
                <a16:creationId xmlns:a16="http://schemas.microsoft.com/office/drawing/2014/main" id="{E5B1E50E-EF5B-46D8-A456-C22C0ADA1AB3}"/>
              </a:ext>
            </a:extLst>
          </p:cNvPr>
          <p:cNvSpPr txBox="1"/>
          <p:nvPr/>
        </p:nvSpPr>
        <p:spPr>
          <a:xfrm>
            <a:off x="1681028" y="4894126"/>
            <a:ext cx="8890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1600" b="0" i="0" u="none" strike="noStrike" spc="-200">
                <a:solidFill>
                  <a:srgbClr val="FFFFFF"/>
                </a:solidFill>
                <a:latin typeface="Chakra Petch SemiBold"/>
              </a:rPr>
              <a:t>Header</a:t>
            </a:r>
          </a:p>
        </p:txBody>
      </p:sp>
      <p:pic>
        <p:nvPicPr>
          <p:cNvPr id="80" name="Picture 53">
            <a:extLst>
              <a:ext uri="{FF2B5EF4-FFF2-40B4-BE49-F238E27FC236}">
                <a16:creationId xmlns:a16="http://schemas.microsoft.com/office/drawing/2014/main" id="{266C144F-E030-451A-866B-609C80BF755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6200000">
            <a:off x="8225880" y="4944926"/>
            <a:ext cx="520700" cy="88900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B3670BAE-E008-40BB-88C7-4ABEFA0B4FEA}"/>
              </a:ext>
            </a:extLst>
          </p:cNvPr>
          <p:cNvSpPr/>
          <p:nvPr/>
        </p:nvSpPr>
        <p:spPr>
          <a:xfrm>
            <a:off x="7648030" y="4219121"/>
            <a:ext cx="1689100" cy="431936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55">
            <a:extLst>
              <a:ext uri="{FF2B5EF4-FFF2-40B4-BE49-F238E27FC236}">
                <a16:creationId xmlns:a16="http://schemas.microsoft.com/office/drawing/2014/main" id="{F73540AE-4FAF-4E84-8085-6868096C9ACB}"/>
              </a:ext>
            </a:extLst>
          </p:cNvPr>
          <p:cNvSpPr txBox="1"/>
          <p:nvPr/>
        </p:nvSpPr>
        <p:spPr>
          <a:xfrm>
            <a:off x="7692480" y="4264296"/>
            <a:ext cx="16002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500" b="0" i="0" u="none" strike="noStrike" dirty="0" err="1">
                <a:solidFill>
                  <a:srgbClr val="7A2D1B"/>
                </a:solidFill>
                <a:ea typeface="Pretendard Bold"/>
              </a:rPr>
              <a:t>메인페이지로</a:t>
            </a:r>
            <a:r>
              <a:rPr lang="ko-KR" altLang="en-US" sz="1500" b="0" i="0" u="none" strike="noStrike" dirty="0">
                <a:solidFill>
                  <a:srgbClr val="7A2D1B"/>
                </a:solidFill>
                <a:ea typeface="Pretendard Bold"/>
              </a:rPr>
              <a:t> 이동</a:t>
            </a:r>
            <a:endParaRPr lang="ko-KR" sz="1500" b="0" i="0" u="none" strike="noStrike" dirty="0">
              <a:solidFill>
                <a:srgbClr val="7A2D1B"/>
              </a:solidFill>
              <a:ea typeface="Pretendard Bold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2EF3407-AE5E-4133-8C96-48B9076F5E0A}"/>
              </a:ext>
            </a:extLst>
          </p:cNvPr>
          <p:cNvSpPr/>
          <p:nvPr/>
        </p:nvSpPr>
        <p:spPr>
          <a:xfrm>
            <a:off x="8022680" y="5249726"/>
            <a:ext cx="914400" cy="484913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E56D115-AC55-4749-8E93-CFEF6BABF468}"/>
              </a:ext>
            </a:extLst>
          </p:cNvPr>
          <p:cNvSpPr/>
          <p:nvPr/>
        </p:nvSpPr>
        <p:spPr>
          <a:xfrm>
            <a:off x="12587060" y="5211627"/>
            <a:ext cx="2659380" cy="21590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97288FC-5C8E-4B26-9A2E-EF8FA1D4A58C}"/>
              </a:ext>
            </a:extLst>
          </p:cNvPr>
          <p:cNvSpPr/>
          <p:nvPr/>
        </p:nvSpPr>
        <p:spPr>
          <a:xfrm>
            <a:off x="13681198" y="5503003"/>
            <a:ext cx="1219167" cy="254724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0C27CD7-C675-4E4C-AEFC-E25ED6DE2756}"/>
              </a:ext>
            </a:extLst>
          </p:cNvPr>
          <p:cNvSpPr/>
          <p:nvPr/>
        </p:nvSpPr>
        <p:spPr>
          <a:xfrm>
            <a:off x="14948023" y="5503003"/>
            <a:ext cx="222217" cy="254724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EBA8099-FE00-4719-9097-C5316B4538EF}"/>
              </a:ext>
            </a:extLst>
          </p:cNvPr>
          <p:cNvSpPr/>
          <p:nvPr/>
        </p:nvSpPr>
        <p:spPr>
          <a:xfrm>
            <a:off x="4197440" y="5902190"/>
            <a:ext cx="8229600" cy="254544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1" name="Picture 53">
            <a:extLst>
              <a:ext uri="{FF2B5EF4-FFF2-40B4-BE49-F238E27FC236}">
                <a16:creationId xmlns:a16="http://schemas.microsoft.com/office/drawing/2014/main" id="{39C00877-7F6A-48AF-BADE-3F94E200993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6200000">
            <a:off x="13656400" y="4921071"/>
            <a:ext cx="520700" cy="88900"/>
          </a:xfrm>
          <a:prstGeom prst="rect">
            <a:avLst/>
          </a:prstGeom>
        </p:spPr>
      </p:pic>
      <p:sp>
        <p:nvSpPr>
          <p:cNvPr id="92" name="직사각형 91">
            <a:extLst>
              <a:ext uri="{FF2B5EF4-FFF2-40B4-BE49-F238E27FC236}">
                <a16:creationId xmlns:a16="http://schemas.microsoft.com/office/drawing/2014/main" id="{A8E925B6-37DD-4AB4-BE32-C3D67061BCC3}"/>
              </a:ext>
            </a:extLst>
          </p:cNvPr>
          <p:cNvSpPr/>
          <p:nvPr/>
        </p:nvSpPr>
        <p:spPr>
          <a:xfrm>
            <a:off x="11068502" y="3895227"/>
            <a:ext cx="4406538" cy="792072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3" name="TextBox 55">
            <a:extLst>
              <a:ext uri="{FF2B5EF4-FFF2-40B4-BE49-F238E27FC236}">
                <a16:creationId xmlns:a16="http://schemas.microsoft.com/office/drawing/2014/main" id="{C34C69B4-7C16-4E58-8A03-9D6DD1521CEF}"/>
              </a:ext>
            </a:extLst>
          </p:cNvPr>
          <p:cNvSpPr txBox="1"/>
          <p:nvPr/>
        </p:nvSpPr>
        <p:spPr>
          <a:xfrm>
            <a:off x="10894761" y="3921764"/>
            <a:ext cx="4754020" cy="6753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1400" b="0" i="0" u="none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로그인</a:t>
            </a:r>
            <a:r>
              <a:rPr lang="en-US" altLang="ko-KR" sz="1400" b="0" i="0" u="none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400" b="0" i="0" u="none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회원가입</a:t>
            </a:r>
            <a:r>
              <a:rPr lang="en-US" altLang="ko-KR" sz="1400" b="0" i="0" u="none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주문내역</a:t>
            </a:r>
            <a:r>
              <a:rPr lang="en-US" altLang="ko-KR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장바구니</a:t>
            </a:r>
            <a:r>
              <a:rPr lang="en-US" altLang="ko-KR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마이페이지</a:t>
            </a:r>
            <a:r>
              <a:rPr lang="en-US" altLang="ko-KR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ko-KR" altLang="en-US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버튼</a:t>
            </a:r>
            <a:r>
              <a:rPr lang="en-US" altLang="ko-KR" sz="14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1200" i="0" u="sng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로그인시</a:t>
            </a:r>
            <a:r>
              <a:rPr lang="ko-KR" altLang="en-US" sz="12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12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LOGIN -&gt; LOGOUT </a:t>
            </a:r>
            <a:r>
              <a:rPr lang="ko-KR" altLang="en-US" sz="12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변경</a:t>
            </a:r>
            <a:r>
              <a:rPr lang="en-US" altLang="ko-KR" sz="12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JOIN(</a:t>
            </a:r>
            <a:r>
              <a:rPr lang="ko-KR" altLang="en-US" sz="12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제외</a:t>
            </a:r>
            <a:r>
              <a:rPr lang="en-US" altLang="ko-KR" sz="12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2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94" name="Picture 53">
            <a:extLst>
              <a:ext uri="{FF2B5EF4-FFF2-40B4-BE49-F238E27FC236}">
                <a16:creationId xmlns:a16="http://schemas.microsoft.com/office/drawing/2014/main" id="{341536CE-8CFF-44F7-8762-B4DB3CC4513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188197" y="5600201"/>
            <a:ext cx="520700" cy="88900"/>
          </a:xfrm>
          <a:prstGeom prst="rect">
            <a:avLst/>
          </a:prstGeom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0A21FD14-273A-48C5-A78B-92BDD96E0B4E}"/>
              </a:ext>
            </a:extLst>
          </p:cNvPr>
          <p:cNvSpPr/>
          <p:nvPr/>
        </p:nvSpPr>
        <p:spPr>
          <a:xfrm>
            <a:off x="15756254" y="5387112"/>
            <a:ext cx="1242786" cy="515078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97" name="TextBox 55">
            <a:extLst>
              <a:ext uri="{FF2B5EF4-FFF2-40B4-BE49-F238E27FC236}">
                <a16:creationId xmlns:a16="http://schemas.microsoft.com/office/drawing/2014/main" id="{ACD68BB9-9E18-4FB3-8D9B-116BE4FE26BC}"/>
              </a:ext>
            </a:extLst>
          </p:cNvPr>
          <p:cNvSpPr txBox="1"/>
          <p:nvPr/>
        </p:nvSpPr>
        <p:spPr>
          <a:xfrm>
            <a:off x="15826529" y="5374436"/>
            <a:ext cx="1119171" cy="5277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1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관심목록</a:t>
            </a:r>
            <a:r>
              <a:rPr lang="en-US" altLang="ko-KR" sz="11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ko-KR" altLang="en-US" sz="11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버튼</a:t>
            </a:r>
            <a:r>
              <a:rPr lang="en-US" altLang="ko-KR" sz="11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</a:t>
            </a:r>
          </a:p>
          <a:p>
            <a:pPr lvl="0" algn="ctr">
              <a:lnSpc>
                <a:spcPct val="124499"/>
              </a:lnSpc>
            </a:pPr>
            <a:r>
              <a:rPr lang="en-US" altLang="ko-KR" sz="9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9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관심목록 상품 개수 표시</a:t>
            </a:r>
            <a:r>
              <a:rPr lang="en-US" altLang="ko-KR" sz="9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9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98" name="Picture 53">
            <a:extLst>
              <a:ext uri="{FF2B5EF4-FFF2-40B4-BE49-F238E27FC236}">
                <a16:creationId xmlns:a16="http://schemas.microsoft.com/office/drawing/2014/main" id="{32915657-0CD0-4F96-A715-2123B52CAA1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3928830" y="6087928"/>
            <a:ext cx="723901" cy="88900"/>
          </a:xfrm>
          <a:prstGeom prst="rect">
            <a:avLst/>
          </a:prstGeom>
        </p:spPr>
      </p:pic>
      <p:sp>
        <p:nvSpPr>
          <p:cNvPr id="99" name="직사각형 98">
            <a:extLst>
              <a:ext uri="{FF2B5EF4-FFF2-40B4-BE49-F238E27FC236}">
                <a16:creationId xmlns:a16="http://schemas.microsoft.com/office/drawing/2014/main" id="{C17AFE24-E77C-4D71-B646-C8D81685EF2A}"/>
              </a:ext>
            </a:extLst>
          </p:cNvPr>
          <p:cNvSpPr/>
          <p:nvPr/>
        </p:nvSpPr>
        <p:spPr>
          <a:xfrm>
            <a:off x="13668374" y="6555878"/>
            <a:ext cx="1242786" cy="540428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00" name="TextBox 55">
            <a:extLst>
              <a:ext uri="{FF2B5EF4-FFF2-40B4-BE49-F238E27FC236}">
                <a16:creationId xmlns:a16="http://schemas.microsoft.com/office/drawing/2014/main" id="{0D454FE1-D088-4FD8-B373-178E02F968C4}"/>
              </a:ext>
            </a:extLst>
          </p:cNvPr>
          <p:cNvSpPr txBox="1"/>
          <p:nvPr/>
        </p:nvSpPr>
        <p:spPr>
          <a:xfrm>
            <a:off x="13738649" y="6555877"/>
            <a:ext cx="1119171" cy="52775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100" dirty="0" err="1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검색창</a:t>
            </a:r>
            <a:endParaRPr lang="en-US" altLang="ko-KR" sz="1100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9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9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상품 검색 가능</a:t>
            </a:r>
            <a:r>
              <a:rPr lang="en-US" altLang="ko-KR" sz="9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9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05" name="Picture 53">
            <a:extLst>
              <a:ext uri="{FF2B5EF4-FFF2-40B4-BE49-F238E27FC236}">
                <a16:creationId xmlns:a16="http://schemas.microsoft.com/office/drawing/2014/main" id="{43C4CD89-860C-4D31-9708-C49AFD2FAD7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8168111" y="6400349"/>
            <a:ext cx="556259" cy="88900"/>
          </a:xfrm>
          <a:prstGeom prst="rect">
            <a:avLst/>
          </a:prstGeom>
        </p:spPr>
      </p:pic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497503F5-7693-4CF4-A583-3248AB079986}"/>
              </a:ext>
            </a:extLst>
          </p:cNvPr>
          <p:cNvSpPr/>
          <p:nvPr/>
        </p:nvSpPr>
        <p:spPr>
          <a:xfrm>
            <a:off x="4741489" y="6811966"/>
            <a:ext cx="7407476" cy="814384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07" name="TextBox 55">
            <a:extLst>
              <a:ext uri="{FF2B5EF4-FFF2-40B4-BE49-F238E27FC236}">
                <a16:creationId xmlns:a16="http://schemas.microsoft.com/office/drawing/2014/main" id="{E5DBF615-0AE0-44DB-8DCF-544226500DEC}"/>
              </a:ext>
            </a:extLst>
          </p:cNvPr>
          <p:cNvSpPr txBox="1"/>
          <p:nvPr/>
        </p:nvSpPr>
        <p:spPr>
          <a:xfrm>
            <a:off x="4937550" y="6799126"/>
            <a:ext cx="7032290" cy="80515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15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신규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10%/BEST50/</a:t>
            </a:r>
            <a:r>
              <a:rPr lang="ko-KR" altLang="en-US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이벤트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세일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(50%)/</a:t>
            </a:r>
            <a:r>
              <a:rPr lang="ko-KR" altLang="en-US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여자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남자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악세서리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/</a:t>
            </a:r>
            <a:r>
              <a:rPr lang="ko-KR" altLang="en-US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커뮤니티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ko-KR" altLang="en-US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버튼</a:t>
            </a:r>
            <a:r>
              <a:rPr lang="en-US" altLang="ko-KR" sz="15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14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주요 메인 버튼 </a:t>
            </a:r>
            <a:r>
              <a:rPr lang="ko-KR" altLang="en-US" sz="1400" i="0" u="sng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클릭시</a:t>
            </a:r>
            <a:r>
              <a:rPr lang="ko-KR" altLang="en-US" sz="14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각 페이지로 넘어갑니다</a:t>
            </a:r>
            <a:r>
              <a:rPr lang="en-US" altLang="ko-KR" sz="14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sz="14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11" name="TextBox 42">
            <a:extLst>
              <a:ext uri="{FF2B5EF4-FFF2-40B4-BE49-F238E27FC236}">
                <a16:creationId xmlns:a16="http://schemas.microsoft.com/office/drawing/2014/main" id="{2827A9AE-A3FB-4E24-A4E7-F4DA849891AA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HEADER</a:t>
            </a:r>
          </a:p>
        </p:txBody>
      </p:sp>
      <p:sp>
        <p:nvSpPr>
          <p:cNvPr id="113" name="TextBox 37">
            <a:extLst>
              <a:ext uri="{FF2B5EF4-FFF2-40B4-BE49-F238E27FC236}">
                <a16:creationId xmlns:a16="http://schemas.microsoft.com/office/drawing/2014/main" id="{C36A127E-C972-4295-8E5D-15B8ABB34EB3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114" name="TextBox 37">
            <a:extLst>
              <a:ext uri="{FF2B5EF4-FFF2-40B4-BE49-F238E27FC236}">
                <a16:creationId xmlns:a16="http://schemas.microsoft.com/office/drawing/2014/main" id="{4AA758A9-CB9B-44BC-97EF-FA0796B09B2D}"/>
              </a:ext>
            </a:extLst>
          </p:cNvPr>
          <p:cNvSpPr txBox="1"/>
          <p:nvPr/>
        </p:nvSpPr>
        <p:spPr>
          <a:xfrm>
            <a:off x="7233557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HEADER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  <p:sp>
        <p:nvSpPr>
          <p:cNvPr id="115" name="TextBox 37">
            <a:extLst>
              <a:ext uri="{FF2B5EF4-FFF2-40B4-BE49-F238E27FC236}">
                <a16:creationId xmlns:a16="http://schemas.microsoft.com/office/drawing/2014/main" id="{8A5701AD-209B-416F-85AE-8CE60B97AE9E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116" name="TextBox 37">
            <a:extLst>
              <a:ext uri="{FF2B5EF4-FFF2-40B4-BE49-F238E27FC236}">
                <a16:creationId xmlns:a16="http://schemas.microsoft.com/office/drawing/2014/main" id="{61953BB4-4C4A-4104-AAC9-8740445C48D2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  <p:sp>
        <p:nvSpPr>
          <p:cNvPr id="117" name="TextBox 37">
            <a:extLst>
              <a:ext uri="{FF2B5EF4-FFF2-40B4-BE49-F238E27FC236}">
                <a16:creationId xmlns:a16="http://schemas.microsoft.com/office/drawing/2014/main" id="{AAA57513-1245-4F2E-B1A4-78248A99C534}"/>
              </a:ext>
            </a:extLst>
          </p:cNvPr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79" name="TextBox 37">
            <a:extLst>
              <a:ext uri="{FF2B5EF4-FFF2-40B4-BE49-F238E27FC236}">
                <a16:creationId xmlns:a16="http://schemas.microsoft.com/office/drawing/2014/main" id="{89DEF49A-83E2-4B53-A7CF-ED6C6BABB480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4368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88519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spc="100" dirty="0">
                <a:solidFill>
                  <a:srgbClr val="7A2D1B"/>
                </a:solidFill>
                <a:ea typeface="Pretendard Bold"/>
              </a:rPr>
              <a:t>헤더</a:t>
            </a:r>
            <a:r>
              <a:rPr lang="en-US" sz="4000" b="0" i="0" u="none" strike="noStrike" spc="100" dirty="0">
                <a:solidFill>
                  <a:srgbClr val="7A2D1B"/>
                </a:solidFill>
                <a:latin typeface="Pretendard Bold"/>
              </a:rPr>
              <a:t>(Header) </a:t>
            </a:r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반응형 </a:t>
            </a:r>
            <a:r>
              <a:rPr lang="en-US" altLang="ko-KR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(360~430px)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3B3B5660-3BF6-4833-B3E7-66233C477A7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184" y="5779159"/>
            <a:ext cx="6601112" cy="4203615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46" name="Picture 26">
            <a:extLst>
              <a:ext uri="{FF2B5EF4-FFF2-40B4-BE49-F238E27FC236}">
                <a16:creationId xmlns:a16="http://schemas.microsoft.com/office/drawing/2014/main" id="{9AC13F32-F876-4BFD-9A63-692924F3B1E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0972" y="3771900"/>
            <a:ext cx="14353381" cy="107315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8877662" y="5962649"/>
            <a:ext cx="8711838" cy="291465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로고 </a:t>
            </a:r>
            <a:r>
              <a:rPr lang="en-US" altLang="ko-KR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재배치</a:t>
            </a:r>
            <a:r>
              <a:rPr lang="en-US" altLang="ko-KR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</a:p>
          <a:p>
            <a:pPr lvl="0" algn="l">
              <a:lnSpc>
                <a:spcPct val="181769"/>
              </a:lnSpc>
            </a:pP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TOP MENU, </a:t>
            </a:r>
            <a:r>
              <a:rPr lang="ko-KR" altLang="en-US" sz="2500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검색창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관심목록 버튼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왼쪽 배치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pPr lvl="0" algn="l">
              <a:lnSpc>
                <a:spcPct val="181769"/>
              </a:lnSpc>
            </a:pP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메인 메뉴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display : flex -&gt; grid (1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열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개 정렬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 -  border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추가</a:t>
            </a:r>
            <a:endParaRPr lang="en-US" altLang="ko-KR" sz="2500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81769"/>
              </a:lnSpc>
            </a:pP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메인 메뉴 글자 크기 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변경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(15px -&gt; 12px)</a:t>
            </a:r>
            <a:endParaRPr lang="ko-KR" sz="25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9" name="TextBox 42">
            <a:extLst>
              <a:ext uri="{FF2B5EF4-FFF2-40B4-BE49-F238E27FC236}">
                <a16:creationId xmlns:a16="http://schemas.microsoft.com/office/drawing/2014/main" id="{3730CECA-76C9-474C-8FAD-BF0DC0B36A99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HEADER</a:t>
            </a: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551772AB-16ED-49E1-82AB-A4A413E42D45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F964D70A-2539-4801-9FD0-7012D052C932}"/>
              </a:ext>
            </a:extLst>
          </p:cNvPr>
          <p:cNvSpPr txBox="1"/>
          <p:nvPr/>
        </p:nvSpPr>
        <p:spPr>
          <a:xfrm>
            <a:off x="7233557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HEADER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  <p:sp>
        <p:nvSpPr>
          <p:cNvPr id="64" name="TextBox 37">
            <a:extLst>
              <a:ext uri="{FF2B5EF4-FFF2-40B4-BE49-F238E27FC236}">
                <a16:creationId xmlns:a16="http://schemas.microsoft.com/office/drawing/2014/main" id="{7322018D-66B4-4471-8E8E-E2490C8A2293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65" name="TextBox 37">
            <a:extLst>
              <a:ext uri="{FF2B5EF4-FFF2-40B4-BE49-F238E27FC236}">
                <a16:creationId xmlns:a16="http://schemas.microsoft.com/office/drawing/2014/main" id="{F69D01F8-0584-43D6-A4A9-C40786B3096D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  <p:sp>
        <p:nvSpPr>
          <p:cNvPr id="67" name="TextBox 37">
            <a:extLst>
              <a:ext uri="{FF2B5EF4-FFF2-40B4-BE49-F238E27FC236}">
                <a16:creationId xmlns:a16="http://schemas.microsoft.com/office/drawing/2014/main" id="{0CEA0AED-4961-4F52-A6C9-94B1A6444151}"/>
              </a:ext>
            </a:extLst>
          </p:cNvPr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49" name="TextBox 37">
            <a:extLst>
              <a:ext uri="{FF2B5EF4-FFF2-40B4-BE49-F238E27FC236}">
                <a16:creationId xmlns:a16="http://schemas.microsoft.com/office/drawing/2014/main" id="{FA8BCE7A-DD8B-456F-A300-790D520CBDA8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5642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 err="1">
                <a:solidFill>
                  <a:srgbClr val="7A2D1B"/>
                </a:solidFill>
                <a:latin typeface="Pretendard Bold"/>
                <a:ea typeface="Pretendard Bold"/>
              </a:rPr>
              <a:t>푸터</a:t>
            </a:r>
            <a:r>
              <a:rPr lang="en-US" sz="4000" b="0" i="0" u="none" strike="noStrike" spc="100" dirty="0">
                <a:solidFill>
                  <a:srgbClr val="7A2D1B"/>
                </a:solidFill>
                <a:latin typeface="Pretendard Bold"/>
              </a:rPr>
              <a:t>(Footer)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레이아웃 적용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FOOTER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716BAA25-0C8D-42EC-A8E4-FFABFC5E71AE}"/>
              </a:ext>
            </a:extLst>
          </p:cNvPr>
          <p:cNvGrpSpPr/>
          <p:nvPr/>
        </p:nvGrpSpPr>
        <p:grpSpPr>
          <a:xfrm>
            <a:off x="8869680" y="6334792"/>
            <a:ext cx="579120" cy="561308"/>
            <a:chOff x="8797290" y="5220767"/>
            <a:chExt cx="723900" cy="5872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20E8ACE0-8658-4E7B-AD61-D92A9015F425}"/>
                </a:ext>
              </a:extLst>
            </p:cNvPr>
            <p:cNvSpPr/>
            <p:nvPr/>
          </p:nvSpPr>
          <p:spPr>
            <a:xfrm>
              <a:off x="8797290" y="5220767"/>
              <a:ext cx="723900" cy="587234"/>
            </a:xfrm>
            <a:prstGeom prst="roundRect">
              <a:avLst/>
            </a:prstGeom>
            <a:solidFill>
              <a:srgbClr val="7A2D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9" name="화살표: 아래쪽 108">
              <a:extLst>
                <a:ext uri="{FF2B5EF4-FFF2-40B4-BE49-F238E27FC236}">
                  <a16:creationId xmlns:a16="http://schemas.microsoft.com/office/drawing/2014/main" id="{4FE3AB30-D58D-4EF1-B21B-EC2E558DF0A2}"/>
                </a:ext>
              </a:extLst>
            </p:cNvPr>
            <p:cNvSpPr/>
            <p:nvPr/>
          </p:nvSpPr>
          <p:spPr>
            <a:xfrm>
              <a:off x="8957572" y="5359580"/>
              <a:ext cx="372856" cy="315690"/>
            </a:xfrm>
            <a:prstGeom prst="downArrow">
              <a:avLst/>
            </a:prstGeom>
            <a:solidFill>
              <a:srgbClr val="FF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0DE01F93-32D1-4E7C-880E-C4CFB59C228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3734991"/>
            <a:ext cx="11658600" cy="2246709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4EFDAC7-C885-4335-A7EB-5FDB951AB7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783" y="7249192"/>
            <a:ext cx="11632903" cy="2259409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50" name="TextBox 37">
            <a:extLst>
              <a:ext uri="{FF2B5EF4-FFF2-40B4-BE49-F238E27FC236}">
                <a16:creationId xmlns:a16="http://schemas.microsoft.com/office/drawing/2014/main" id="{A08256B1-521D-47E4-B74B-DB2751B29E09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4CEECD7C-7975-4CDE-9B55-3330D94D1421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89B0C543-09F8-4255-BA43-2DF6907B69F1}"/>
              </a:ext>
            </a:extLst>
          </p:cNvPr>
          <p:cNvSpPr txBox="1"/>
          <p:nvPr/>
        </p:nvSpPr>
        <p:spPr>
          <a:xfrm>
            <a:off x="8915400" y="735853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FOOTER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C2FC8BEC-01BA-4D77-8225-5600F679017D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928AB07E-E54E-4EED-8E9D-CB2A0CEC4610}"/>
              </a:ext>
            </a:extLst>
          </p:cNvPr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D6C4FB96-2CB5-41E3-8566-8E979D146E8C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4755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46300" y="5321300"/>
            <a:ext cx="11518900" cy="2222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46300" y="5308600"/>
            <a:ext cx="11518900" cy="2222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76300" y="7442200"/>
            <a:ext cx="190500" cy="1905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57400" y="7416800"/>
            <a:ext cx="190500" cy="190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63600" y="5219700"/>
            <a:ext cx="190500" cy="190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57400" y="5219700"/>
            <a:ext cx="190500" cy="1905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b="0" i="0" u="none" strike="noStrike" spc="100" dirty="0" err="1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푸터</a:t>
            </a:r>
            <a:r>
              <a:rPr 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(Footer) </a:t>
            </a:r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구성요소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28300" y="5803900"/>
            <a:ext cx="800100" cy="2540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-5400000">
            <a:off x="10541000" y="5375275"/>
            <a:ext cx="762000" cy="88900"/>
          </a:xfrm>
          <a:prstGeom prst="rect">
            <a:avLst/>
          </a:prstGeom>
        </p:spPr>
      </p:pic>
      <p:sp>
        <p:nvSpPr>
          <p:cNvPr id="71" name="TextBox 37">
            <a:extLst>
              <a:ext uri="{FF2B5EF4-FFF2-40B4-BE49-F238E27FC236}">
                <a16:creationId xmlns:a16="http://schemas.microsoft.com/office/drawing/2014/main" id="{F7736F15-C023-427C-9B2D-C58108D1BADA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72" name="TextBox 37">
            <a:extLst>
              <a:ext uri="{FF2B5EF4-FFF2-40B4-BE49-F238E27FC236}">
                <a16:creationId xmlns:a16="http://schemas.microsoft.com/office/drawing/2014/main" id="{9A606264-1541-4D33-8041-A6A09A89AEC2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73" name="TextBox 37">
            <a:extLst>
              <a:ext uri="{FF2B5EF4-FFF2-40B4-BE49-F238E27FC236}">
                <a16:creationId xmlns:a16="http://schemas.microsoft.com/office/drawing/2014/main" id="{93E7CDE1-A3F7-46A0-87A6-BCE440295683}"/>
              </a:ext>
            </a:extLst>
          </p:cNvPr>
          <p:cNvSpPr txBox="1"/>
          <p:nvPr/>
        </p:nvSpPr>
        <p:spPr>
          <a:xfrm>
            <a:off x="8915400" y="735853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FOOTER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DD2C3B44-4B60-4296-86A3-2B48EBCEAF0E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  <p:sp>
        <p:nvSpPr>
          <p:cNvPr id="75" name="TextBox 37">
            <a:extLst>
              <a:ext uri="{FF2B5EF4-FFF2-40B4-BE49-F238E27FC236}">
                <a16:creationId xmlns:a16="http://schemas.microsoft.com/office/drawing/2014/main" id="{F7BBDDE4-F9C0-4AAD-B81D-0520F52853B9}"/>
              </a:ext>
            </a:extLst>
          </p:cNvPr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70CB5B6-F181-468D-903F-CD93E3AF37D4}"/>
              </a:ext>
            </a:extLst>
          </p:cNvPr>
          <p:cNvSpPr/>
          <p:nvPr/>
        </p:nvSpPr>
        <p:spPr>
          <a:xfrm>
            <a:off x="8509000" y="3975100"/>
            <a:ext cx="4826000" cy="990600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8509000" y="3971925"/>
            <a:ext cx="4826000" cy="98107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000" b="0" i="0" u="none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SNS </a:t>
            </a:r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버튼</a:t>
            </a:r>
            <a:endParaRPr lang="en-US" altLang="ko-KR" sz="2000" b="0" i="0" u="none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</a:t>
            </a:r>
            <a:r>
              <a:rPr lang="ko-KR" altLang="en-US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카카오톡</a:t>
            </a:r>
            <a:r>
              <a:rPr lang="en-US" altLang="ko-KR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인스타</a:t>
            </a:r>
            <a:r>
              <a:rPr lang="en-US" altLang="ko-KR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페이스북 페이지로 이동</a:t>
            </a:r>
            <a:r>
              <a:rPr lang="en-US" altLang="ko-KR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</a:t>
            </a:r>
            <a:endParaRPr lang="en-US" sz="1600" b="0" i="0" u="sng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6" name="TextBox 42">
            <a:extLst>
              <a:ext uri="{FF2B5EF4-FFF2-40B4-BE49-F238E27FC236}">
                <a16:creationId xmlns:a16="http://schemas.microsoft.com/office/drawing/2014/main" id="{0A93123E-EE19-480A-B91C-EF608D975BE1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FOOTER</a:t>
            </a:r>
          </a:p>
        </p:txBody>
      </p:sp>
      <p:sp>
        <p:nvSpPr>
          <p:cNvPr id="46" name="TextBox 37">
            <a:extLst>
              <a:ext uri="{FF2B5EF4-FFF2-40B4-BE49-F238E27FC236}">
                <a16:creationId xmlns:a16="http://schemas.microsoft.com/office/drawing/2014/main" id="{1BB686FA-93F6-4DFE-8D20-C48BA5D1DDB8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41473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5452026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88519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 err="1">
                <a:solidFill>
                  <a:srgbClr val="7A2D1B"/>
                </a:solidFill>
                <a:latin typeface="Pretendard Bold"/>
                <a:ea typeface="Pretendard Bold"/>
              </a:rPr>
              <a:t>푸터</a:t>
            </a:r>
            <a:r>
              <a:rPr lang="en-US" sz="4000" b="0" i="0" u="none" strike="noStrike" spc="100" dirty="0">
                <a:solidFill>
                  <a:srgbClr val="7A2D1B"/>
                </a:solidFill>
                <a:latin typeface="Pretendard Bold"/>
              </a:rPr>
              <a:t>(Footer) </a:t>
            </a:r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반응형 </a:t>
            </a:r>
            <a:r>
              <a:rPr lang="en-US" altLang="ko-KR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(360~430px)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5532366" y="6531526"/>
            <a:ext cx="8711838" cy="291465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display flex -&gt; grid (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정렬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), margin,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padding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변경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 </a:t>
            </a:r>
          </a:p>
          <a:p>
            <a:pPr lvl="0" algn="l">
              <a:lnSpc>
                <a:spcPct val="181769"/>
              </a:lnSpc>
            </a:pP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각 글자 크기 변경 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(0.85rem -&gt; 0.7rem) </a:t>
            </a:r>
            <a:endParaRPr lang="en-US" altLang="ko-KR" sz="25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ko-KR" altLang="en-US" sz="25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푸터</a:t>
            </a: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아래 </a:t>
            </a:r>
            <a:r>
              <a:rPr lang="ko-KR" altLang="en-US" sz="25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메뉴바</a:t>
            </a:r>
            <a:r>
              <a:rPr lang="ko-KR" altLang="en-US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위치 조절 </a:t>
            </a:r>
            <a:r>
              <a:rPr lang="en-US" altLang="ko-KR" sz="25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en-US" altLang="ko-KR" sz="2800" b="0" dirty="0">
                <a:solidFill>
                  <a:srgbClr val="7A2D1B"/>
                </a:solidFill>
                <a:effectLst/>
                <a:latin typeface="Pretendard SemiBold" panose="020B0600000101010101" charset="-127"/>
                <a:ea typeface="Pretendard SemiBold" panose="020B0600000101010101" charset="-127"/>
              </a:rPr>
              <a:t>Copyright</a:t>
            </a:r>
            <a:r>
              <a:rPr lang="en-US" altLang="ko-KR" sz="2500" b="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제외</a:t>
            </a:r>
            <a:r>
              <a:rPr lang="en-US" altLang="ko-KR" sz="25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en-US" altLang="ko-KR" sz="2800" b="0" dirty="0">
              <a:solidFill>
                <a:srgbClr val="7A2D1B"/>
              </a:solidFill>
              <a:effectLst/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198C14EE-5E96-40B6-A7CE-EB39D6FC205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910" y="3798491"/>
            <a:ext cx="11632903" cy="2259409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20948A3-6A95-4143-A0EE-2779436C34E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96" y="5012088"/>
            <a:ext cx="3934374" cy="490606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49" name="TextBox 37">
            <a:extLst>
              <a:ext uri="{FF2B5EF4-FFF2-40B4-BE49-F238E27FC236}">
                <a16:creationId xmlns:a16="http://schemas.microsoft.com/office/drawing/2014/main" id="{C0A5A4F5-891A-436D-966E-9EB63CB8801F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874EA925-B685-4545-8383-9AF0E42CF18F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A3EDC363-7CAA-4881-87AE-23F13D146751}"/>
              </a:ext>
            </a:extLst>
          </p:cNvPr>
          <p:cNvSpPr txBox="1"/>
          <p:nvPr/>
        </p:nvSpPr>
        <p:spPr>
          <a:xfrm>
            <a:off x="8915400" y="735853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u="sng" spc="-100" dirty="0">
                <a:solidFill>
                  <a:srgbClr val="7A2D1B"/>
                </a:solidFill>
                <a:latin typeface="Pretendard ExtraBold"/>
              </a:rPr>
              <a:t>FOOTER</a:t>
            </a:r>
            <a:endParaRPr lang="en-US" sz="2200" i="0" u="sng" strike="noStrike" spc="-100" dirty="0">
              <a:solidFill>
                <a:srgbClr val="7A2D1B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F22F0C1F-BA91-466A-B753-2D44A20AA2BA}"/>
              </a:ext>
            </a:extLst>
          </p:cNvPr>
          <p:cNvSpPr txBox="1"/>
          <p:nvPr/>
        </p:nvSpPr>
        <p:spPr>
          <a:xfrm>
            <a:off x="10704286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PAGES</a:t>
            </a: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3A44DA69-BE3B-4695-888B-A335779315A8}"/>
              </a:ext>
            </a:extLst>
          </p:cNvPr>
          <p:cNvSpPr txBox="1"/>
          <p:nvPr/>
        </p:nvSpPr>
        <p:spPr>
          <a:xfrm>
            <a:off x="2489200" y="685074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2130"/>
              </a:lnSpc>
            </a:pPr>
            <a:r>
              <a:rPr lang="en-US" sz="2200" b="0" i="0" u="none" strike="noStrike" spc="-100" dirty="0">
                <a:solidFill>
                  <a:srgbClr val="A0694A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TITLE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8E2D4E60-3586-4F2A-AB0B-DDD4AE45119A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FOOTER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7B858F8A-2D14-45FB-9022-ADAAA61506CF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18276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메인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레이아웃 적용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9C0FC4A1-CD70-488C-BAFC-B01B73A5D09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012950"/>
            <a:ext cx="2803236" cy="770890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EBE6BA3B-909A-4332-BA63-9A999F241BE2}"/>
              </a:ext>
            </a:extLst>
          </p:cNvPr>
          <p:cNvGrpSpPr/>
          <p:nvPr/>
        </p:nvGrpSpPr>
        <p:grpSpPr>
          <a:xfrm rot="16200000">
            <a:off x="10935986" y="5402596"/>
            <a:ext cx="579120" cy="561308"/>
            <a:chOff x="8797290" y="5220767"/>
            <a:chExt cx="723900" cy="587234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63F96E42-D2F8-492E-949A-743A9D05F81D}"/>
                </a:ext>
              </a:extLst>
            </p:cNvPr>
            <p:cNvSpPr/>
            <p:nvPr/>
          </p:nvSpPr>
          <p:spPr>
            <a:xfrm>
              <a:off x="8797290" y="5220767"/>
              <a:ext cx="723900" cy="587234"/>
            </a:xfrm>
            <a:prstGeom prst="roundRect">
              <a:avLst/>
            </a:prstGeom>
            <a:solidFill>
              <a:srgbClr val="7A2D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화살표: 아래쪽 48">
              <a:extLst>
                <a:ext uri="{FF2B5EF4-FFF2-40B4-BE49-F238E27FC236}">
                  <a16:creationId xmlns:a16="http://schemas.microsoft.com/office/drawing/2014/main" id="{56189AED-9CAF-47FF-AB1B-62DAF4BCC602}"/>
                </a:ext>
              </a:extLst>
            </p:cNvPr>
            <p:cNvSpPr/>
            <p:nvPr/>
          </p:nvSpPr>
          <p:spPr>
            <a:xfrm>
              <a:off x="8957572" y="5359580"/>
              <a:ext cx="372856" cy="315690"/>
            </a:xfrm>
            <a:prstGeom prst="downArrow">
              <a:avLst/>
            </a:prstGeom>
            <a:solidFill>
              <a:srgbClr val="FF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C997F2D1-0374-4E41-B697-515C6DBB15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5648" y="2012950"/>
            <a:ext cx="3008544" cy="772541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52" name="TextBox 37">
            <a:extLst>
              <a:ext uri="{FF2B5EF4-FFF2-40B4-BE49-F238E27FC236}">
                <a16:creationId xmlns:a16="http://schemas.microsoft.com/office/drawing/2014/main" id="{0D3D4A18-A7A1-454A-A799-276745FD4CAB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6D109596-ECA2-49F5-9E4A-982F6301EDAD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96BC8F34-5185-4456-922D-1F1306BF843D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18BCC47E-6FDE-4927-ACBD-F7D171032346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8" name="TextBox 37">
            <a:extLst>
              <a:ext uri="{FF2B5EF4-FFF2-40B4-BE49-F238E27FC236}">
                <a16:creationId xmlns:a16="http://schemas.microsoft.com/office/drawing/2014/main" id="{565CB5B8-7304-4ACE-9B1F-A9E517A3618F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023816F3-FC01-440D-A0B6-1A4155BF52B7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86020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메인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구성요소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C997F2D1-0374-4E41-B697-515C6DBB1525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5" b="7775"/>
          <a:stretch/>
        </p:blipFill>
        <p:spPr>
          <a:xfrm>
            <a:off x="7049180" y="1775759"/>
            <a:ext cx="3554641" cy="8168341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44" name="TextBox 37">
            <a:extLst>
              <a:ext uri="{FF2B5EF4-FFF2-40B4-BE49-F238E27FC236}">
                <a16:creationId xmlns:a16="http://schemas.microsoft.com/office/drawing/2014/main" id="{D644AE9C-5404-4180-BE99-3C79FA7190A7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64D65DC7-F384-466F-95E2-A72B7F5AFAFB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6D5D986C-D9BF-4596-982D-F21A710D9983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82EAA17E-137E-4D6E-A1A4-F3FF0F4D5717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4CE6CCF8-DE50-458B-9CCA-D40C91F3FF28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6470BB-6DAF-48C5-A048-5BBAA3596B6B}"/>
              </a:ext>
            </a:extLst>
          </p:cNvPr>
          <p:cNvSpPr/>
          <p:nvPr/>
        </p:nvSpPr>
        <p:spPr>
          <a:xfrm>
            <a:off x="7097122" y="4018280"/>
            <a:ext cx="3475628" cy="870678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Picture 53">
            <a:extLst>
              <a:ext uri="{FF2B5EF4-FFF2-40B4-BE49-F238E27FC236}">
                <a16:creationId xmlns:a16="http://schemas.microsoft.com/office/drawing/2014/main" id="{137887D8-95AE-4A98-9881-BF4EB22008C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80961" y="4445000"/>
            <a:ext cx="520700" cy="88900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4AB23C-A0DE-4146-B858-788BED1BFD96}"/>
              </a:ext>
            </a:extLst>
          </p:cNvPr>
          <p:cNvSpPr/>
          <p:nvPr/>
        </p:nvSpPr>
        <p:spPr>
          <a:xfrm>
            <a:off x="11149017" y="4216304"/>
            <a:ext cx="3824283" cy="607280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7" name="TextBox 55">
            <a:extLst>
              <a:ext uri="{FF2B5EF4-FFF2-40B4-BE49-F238E27FC236}">
                <a16:creationId xmlns:a16="http://schemas.microsoft.com/office/drawing/2014/main" id="{B8A642D6-4457-47E3-BD23-D4BAA2082665}"/>
              </a:ext>
            </a:extLst>
          </p:cNvPr>
          <p:cNvSpPr txBox="1"/>
          <p:nvPr/>
        </p:nvSpPr>
        <p:spPr>
          <a:xfrm>
            <a:off x="11149017" y="4165600"/>
            <a:ext cx="3824283" cy="65798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6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상품</a:t>
            </a:r>
            <a:r>
              <a:rPr lang="ko-KR" altLang="en-US" sz="16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을 클릭하면 해당 상품 페이지로 이동</a:t>
            </a:r>
            <a:endParaRPr lang="en-US" altLang="ko-KR" sz="1600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58" name="Picture 53">
            <a:extLst>
              <a:ext uri="{FF2B5EF4-FFF2-40B4-BE49-F238E27FC236}">
                <a16:creationId xmlns:a16="http://schemas.microsoft.com/office/drawing/2014/main" id="{C0280C92-F6D8-4930-AA9D-B31CFEC4B9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80925" y="3646506"/>
            <a:ext cx="520700" cy="88900"/>
          </a:xfrm>
          <a:prstGeom prst="rect">
            <a:avLst/>
          </a:prstGeom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50188DFC-5F04-480D-A4CE-0675EDA441B0}"/>
              </a:ext>
            </a:extLst>
          </p:cNvPr>
          <p:cNvSpPr/>
          <p:nvPr/>
        </p:nvSpPr>
        <p:spPr>
          <a:xfrm>
            <a:off x="10848981" y="3238500"/>
            <a:ext cx="4438376" cy="751653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0" name="TextBox 55">
            <a:extLst>
              <a:ext uri="{FF2B5EF4-FFF2-40B4-BE49-F238E27FC236}">
                <a16:creationId xmlns:a16="http://schemas.microsoft.com/office/drawing/2014/main" id="{E342D36E-39A3-4B7B-823C-97566FD8F08E}"/>
              </a:ext>
            </a:extLst>
          </p:cNvPr>
          <p:cNvSpPr txBox="1"/>
          <p:nvPr/>
        </p:nvSpPr>
        <p:spPr>
          <a:xfrm>
            <a:off x="10848982" y="3238500"/>
            <a:ext cx="4391018" cy="75165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6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메인 이미지 슬라이드 버튼</a:t>
            </a:r>
            <a:endParaRPr lang="en-US" altLang="ko-KR" sz="1600" u="sng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(3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개의 페이지 슬라이드</a:t>
            </a:r>
            <a:r>
              <a:rPr lang="en-US" altLang="ko-KR" sz="16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- </a:t>
            </a:r>
            <a:r>
              <a:rPr lang="ko-KR" altLang="en-US" sz="16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우측 방향으로 </a:t>
            </a:r>
            <a:r>
              <a:rPr lang="ko-KR" altLang="en-US" sz="1600" u="sng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넘어감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6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47D1ADB-3B03-4D22-ADBD-2BB5EB5FB091}"/>
              </a:ext>
            </a:extLst>
          </p:cNvPr>
          <p:cNvSpPr/>
          <p:nvPr/>
        </p:nvSpPr>
        <p:spPr>
          <a:xfrm>
            <a:off x="10039353" y="3614120"/>
            <a:ext cx="228600" cy="15778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7AD0886-D486-4F38-9A69-B63DB3CED59B}"/>
              </a:ext>
            </a:extLst>
          </p:cNvPr>
          <p:cNvSpPr/>
          <p:nvPr/>
        </p:nvSpPr>
        <p:spPr>
          <a:xfrm>
            <a:off x="7155314" y="5164940"/>
            <a:ext cx="3360286" cy="477916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0" name="Picture 53">
            <a:extLst>
              <a:ext uri="{FF2B5EF4-FFF2-40B4-BE49-F238E27FC236}">
                <a16:creationId xmlns:a16="http://schemas.microsoft.com/office/drawing/2014/main" id="{6D97250A-5998-4ADE-9412-A08BA4FDEAC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10800000">
            <a:off x="6628848" y="7144643"/>
            <a:ext cx="520700" cy="88900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90BC5F39-3375-4CD9-AC88-AFBB3DB71C58}"/>
              </a:ext>
            </a:extLst>
          </p:cNvPr>
          <p:cNvSpPr/>
          <p:nvPr/>
        </p:nvSpPr>
        <p:spPr>
          <a:xfrm>
            <a:off x="2209800" y="6668604"/>
            <a:ext cx="4395781" cy="1040296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2" name="TextBox 55">
            <a:extLst>
              <a:ext uri="{FF2B5EF4-FFF2-40B4-BE49-F238E27FC236}">
                <a16:creationId xmlns:a16="http://schemas.microsoft.com/office/drawing/2014/main" id="{AE3E8583-F621-4725-93EF-4F30ABAD3465}"/>
              </a:ext>
            </a:extLst>
          </p:cNvPr>
          <p:cNvSpPr txBox="1"/>
          <p:nvPr/>
        </p:nvSpPr>
        <p:spPr>
          <a:xfrm>
            <a:off x="2387600" y="6698974"/>
            <a:ext cx="4116383" cy="9513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상품</a:t>
            </a:r>
            <a:r>
              <a:rPr lang="ko-KR" altLang="en-US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을 클릭하면 해당 상품 페이지로 이동</a:t>
            </a:r>
            <a:endParaRPr lang="en-US" altLang="ko-KR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7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7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관심목록 상품 개수 표시</a:t>
            </a:r>
            <a:r>
              <a:rPr lang="en-US" altLang="ko-KR" sz="17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7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3" name="Picture 53">
            <a:extLst>
              <a:ext uri="{FF2B5EF4-FFF2-40B4-BE49-F238E27FC236}">
                <a16:creationId xmlns:a16="http://schemas.microsoft.com/office/drawing/2014/main" id="{2E40D2EA-E1D0-4D72-933F-2C7F42BCDAF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92895" y="7686618"/>
            <a:ext cx="520700" cy="88900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3C831E0F-C92C-4819-B4B9-5E39FA6A644A}"/>
              </a:ext>
            </a:extLst>
          </p:cNvPr>
          <p:cNvSpPr/>
          <p:nvPr/>
        </p:nvSpPr>
        <p:spPr>
          <a:xfrm>
            <a:off x="10363199" y="7675580"/>
            <a:ext cx="116723" cy="125394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EB4BB49-3754-4527-8E6E-11869C0CC910}"/>
              </a:ext>
            </a:extLst>
          </p:cNvPr>
          <p:cNvSpPr/>
          <p:nvPr/>
        </p:nvSpPr>
        <p:spPr>
          <a:xfrm>
            <a:off x="11098217" y="7251651"/>
            <a:ext cx="3824283" cy="954957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6" name="TextBox 55">
            <a:extLst>
              <a:ext uri="{FF2B5EF4-FFF2-40B4-BE49-F238E27FC236}">
                <a16:creationId xmlns:a16="http://schemas.microsoft.com/office/drawing/2014/main" id="{BF5DE59F-3332-4DE5-A139-95AEEA828093}"/>
              </a:ext>
            </a:extLst>
          </p:cNvPr>
          <p:cNvSpPr txBox="1"/>
          <p:nvPr/>
        </p:nvSpPr>
        <p:spPr>
          <a:xfrm>
            <a:off x="11098217" y="7226300"/>
            <a:ext cx="3824283" cy="95495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상품</a:t>
            </a:r>
            <a:r>
              <a:rPr lang="ko-KR" altLang="en-US" sz="17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을 관심목록에 추가 버튼</a:t>
            </a:r>
            <a:endParaRPr lang="en-US" altLang="ko-KR" sz="1700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해당 상품이 관심목록 페이지로 이동</a:t>
            </a:r>
            <a:endParaRPr lang="ko-KR" sz="16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7" name="TextBox 42">
            <a:extLst>
              <a:ext uri="{FF2B5EF4-FFF2-40B4-BE49-F238E27FC236}">
                <a16:creationId xmlns:a16="http://schemas.microsoft.com/office/drawing/2014/main" id="{57BFA4D5-3250-4050-A931-FE12CA3B825C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63" name="TextBox 37">
            <a:extLst>
              <a:ext uri="{FF2B5EF4-FFF2-40B4-BE49-F238E27FC236}">
                <a16:creationId xmlns:a16="http://schemas.microsoft.com/office/drawing/2014/main" id="{30EEB281-368B-40C2-AD99-6BC2763823A8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63325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장바구니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레이아웃 적용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1071BA0-2C41-4A4D-A856-486E3EC1E727}"/>
              </a:ext>
            </a:extLst>
          </p:cNvPr>
          <p:cNvGrpSpPr/>
          <p:nvPr/>
        </p:nvGrpSpPr>
        <p:grpSpPr>
          <a:xfrm rot="16200000">
            <a:off x="8511540" y="6173486"/>
            <a:ext cx="579120" cy="561308"/>
            <a:chOff x="8797290" y="5220767"/>
            <a:chExt cx="723900" cy="587234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1E8F505A-F6BC-4A21-B295-882DBC8DD6A5}"/>
                </a:ext>
              </a:extLst>
            </p:cNvPr>
            <p:cNvSpPr/>
            <p:nvPr/>
          </p:nvSpPr>
          <p:spPr>
            <a:xfrm>
              <a:off x="8797290" y="5220767"/>
              <a:ext cx="723900" cy="587234"/>
            </a:xfrm>
            <a:prstGeom prst="roundRect">
              <a:avLst/>
            </a:prstGeom>
            <a:solidFill>
              <a:srgbClr val="7A2D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화살표: 아래쪽 46">
              <a:extLst>
                <a:ext uri="{FF2B5EF4-FFF2-40B4-BE49-F238E27FC236}">
                  <a16:creationId xmlns:a16="http://schemas.microsoft.com/office/drawing/2014/main" id="{61954C18-88F3-441F-B5C6-18BB57E6CC63}"/>
                </a:ext>
              </a:extLst>
            </p:cNvPr>
            <p:cNvSpPr/>
            <p:nvPr/>
          </p:nvSpPr>
          <p:spPr>
            <a:xfrm>
              <a:off x="8957572" y="5359580"/>
              <a:ext cx="372856" cy="315690"/>
            </a:xfrm>
            <a:prstGeom prst="downArrow">
              <a:avLst/>
            </a:prstGeom>
            <a:solidFill>
              <a:srgbClr val="FF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EA23A763-12CA-443C-A6AD-2B28B75B9B0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64" y="3733800"/>
            <a:ext cx="6876136" cy="582930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AB44479-FFC6-4A9F-8E3B-A47EF3918B0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728720"/>
            <a:ext cx="6442436" cy="582168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52" name="TextBox 37">
            <a:extLst>
              <a:ext uri="{FF2B5EF4-FFF2-40B4-BE49-F238E27FC236}">
                <a16:creationId xmlns:a16="http://schemas.microsoft.com/office/drawing/2014/main" id="{B66F9EDE-E5A5-4CC0-879B-DF7E9B4422EF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6944713B-55BA-4A77-9CDE-B540225FAC6B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7D30F5B8-463D-4E23-9A0A-337C4758A4BD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2F4D7C42-DDD1-4D06-8F0F-2521F5DC3E98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8" name="TextBox 37">
            <a:extLst>
              <a:ext uri="{FF2B5EF4-FFF2-40B4-BE49-F238E27FC236}">
                <a16:creationId xmlns:a16="http://schemas.microsoft.com/office/drawing/2014/main" id="{D9168856-0794-4ED6-8A2E-13AF1DA215FE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0" name="TextBox 42">
            <a:extLst>
              <a:ext uri="{FF2B5EF4-FFF2-40B4-BE49-F238E27FC236}">
                <a16:creationId xmlns:a16="http://schemas.microsoft.com/office/drawing/2014/main" id="{645B3E71-5A4C-4C8D-B7AA-18BB3CF119D3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9" name="TextBox 37">
            <a:extLst>
              <a:ext uri="{FF2B5EF4-FFF2-40B4-BE49-F238E27FC236}">
                <a16:creationId xmlns:a16="http://schemas.microsoft.com/office/drawing/2014/main" id="{73BFB393-19EE-4EF6-909F-FCFC818B5AC3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975086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장바구니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구성요소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9" name="TextBox 37">
            <a:extLst>
              <a:ext uri="{FF2B5EF4-FFF2-40B4-BE49-F238E27FC236}">
                <a16:creationId xmlns:a16="http://schemas.microsoft.com/office/drawing/2014/main" id="{A158DB40-BFDA-4EF5-B195-A97A3F5D6D36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7F0A8452-42E3-4357-8C01-B9452787F904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7AD22527-8BC0-4F26-A597-AF8B78418E6C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3A74EA9C-32F3-4744-B425-83BB7970705A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538A7FEF-4119-42FD-8514-0E35F3981C7C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46" name="TextBox 42">
            <a:extLst>
              <a:ext uri="{FF2B5EF4-FFF2-40B4-BE49-F238E27FC236}">
                <a16:creationId xmlns:a16="http://schemas.microsoft.com/office/drawing/2014/main" id="{681629A8-3FFD-4896-95CE-B5E6B39FAF74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6F712C8-02CC-4A17-9697-F00CAE885467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04" b="28873"/>
          <a:stretch/>
        </p:blipFill>
        <p:spPr>
          <a:xfrm>
            <a:off x="3987805" y="3924300"/>
            <a:ext cx="9626590" cy="480060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B7752EF1-1313-4EE6-9878-14DB85F0025B}"/>
              </a:ext>
            </a:extLst>
          </p:cNvPr>
          <p:cNvSpPr/>
          <p:nvPr/>
        </p:nvSpPr>
        <p:spPr>
          <a:xfrm>
            <a:off x="4495800" y="4838700"/>
            <a:ext cx="2497238" cy="22860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4E9592-2316-4611-99E7-066C9C2C5AB5}"/>
              </a:ext>
            </a:extLst>
          </p:cNvPr>
          <p:cNvSpPr/>
          <p:nvPr/>
        </p:nvSpPr>
        <p:spPr>
          <a:xfrm>
            <a:off x="951718" y="4311650"/>
            <a:ext cx="2497238" cy="1054100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국내외 배송상품</a:t>
            </a:r>
            <a:endParaRPr lang="en-US" altLang="ko-KR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국내배송상품이나 해외배송상품의 장바구니 확인 가능</a:t>
            </a:r>
            <a:endParaRPr lang="en-US" altLang="ko-KR" sz="1200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4718D4B-A68E-4481-8CA9-0CFC104E7220}"/>
              </a:ext>
            </a:extLst>
          </p:cNvPr>
          <p:cNvSpPr/>
          <p:nvPr/>
        </p:nvSpPr>
        <p:spPr>
          <a:xfrm>
            <a:off x="4495800" y="5105401"/>
            <a:ext cx="203200" cy="225349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67FD04A-C5FC-464A-9AB5-763857F3BE25}"/>
              </a:ext>
            </a:extLst>
          </p:cNvPr>
          <p:cNvCxnSpPr>
            <a:cxnSpLocks/>
          </p:cNvCxnSpPr>
          <p:nvPr/>
        </p:nvCxnSpPr>
        <p:spPr>
          <a:xfrm flipH="1">
            <a:off x="3513263" y="5295900"/>
            <a:ext cx="982537" cy="1076250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930DAB4-DDC7-4177-AAD2-C768CE262E02}"/>
              </a:ext>
            </a:extLst>
          </p:cNvPr>
          <p:cNvSpPr/>
          <p:nvPr/>
        </p:nvSpPr>
        <p:spPr>
          <a:xfrm>
            <a:off x="951718" y="6129842"/>
            <a:ext cx="2497238" cy="1054100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상품 전체 선택</a:t>
            </a:r>
            <a:endParaRPr lang="en-US" altLang="ko-KR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장바구니에 담긴 전체 상품을 해당 체크박스를 통해 선택</a:t>
            </a:r>
            <a:r>
              <a:rPr lang="en-US" altLang="ko-KR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/</a:t>
            </a:r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해제 가능</a:t>
            </a:r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0EFA132-A97B-4858-8BF5-B9AE36C51E9F}"/>
              </a:ext>
            </a:extLst>
          </p:cNvPr>
          <p:cNvCxnSpPr>
            <a:cxnSpLocks/>
          </p:cNvCxnSpPr>
          <p:nvPr/>
        </p:nvCxnSpPr>
        <p:spPr>
          <a:xfrm flipH="1">
            <a:off x="3509959" y="4953000"/>
            <a:ext cx="985841" cy="0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6E541A7-1671-4844-AA67-43DB16B26D27}"/>
              </a:ext>
            </a:extLst>
          </p:cNvPr>
          <p:cNvSpPr/>
          <p:nvPr/>
        </p:nvSpPr>
        <p:spPr>
          <a:xfrm>
            <a:off x="8712205" y="5330750"/>
            <a:ext cx="888995" cy="497466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8C328DDB-9D34-4D38-A00A-120DA6639FB1}"/>
              </a:ext>
            </a:extLst>
          </p:cNvPr>
          <p:cNvCxnSpPr>
            <a:cxnSpLocks/>
          </p:cNvCxnSpPr>
          <p:nvPr/>
        </p:nvCxnSpPr>
        <p:spPr>
          <a:xfrm flipV="1">
            <a:off x="9141152" y="3613149"/>
            <a:ext cx="0" cy="1717601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F025AB6-8A59-4F83-B728-2F2852FDBC6A}"/>
              </a:ext>
            </a:extLst>
          </p:cNvPr>
          <p:cNvSpPr/>
          <p:nvPr/>
        </p:nvSpPr>
        <p:spPr>
          <a:xfrm>
            <a:off x="7848600" y="2898849"/>
            <a:ext cx="2497238" cy="707950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수량변경</a:t>
            </a:r>
            <a:endParaRPr lang="en-US" altLang="ko-KR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해당 상품의 구매 수량을 변경할 수 있음</a:t>
            </a:r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88DA4EE-E981-4E59-9C40-9EBE959E6C38}"/>
              </a:ext>
            </a:extLst>
          </p:cNvPr>
          <p:cNvSpPr/>
          <p:nvPr/>
        </p:nvSpPr>
        <p:spPr>
          <a:xfrm>
            <a:off x="4521200" y="5451551"/>
            <a:ext cx="203200" cy="225349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5686215-34CF-4D76-AC14-8813C0543E3C}"/>
              </a:ext>
            </a:extLst>
          </p:cNvPr>
          <p:cNvCxnSpPr>
            <a:cxnSpLocks/>
          </p:cNvCxnSpPr>
          <p:nvPr/>
        </p:nvCxnSpPr>
        <p:spPr>
          <a:xfrm flipH="1">
            <a:off x="3456729" y="5660951"/>
            <a:ext cx="1064471" cy="2181299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74EC523-E60A-42FD-82B9-98343897AD01}"/>
              </a:ext>
            </a:extLst>
          </p:cNvPr>
          <p:cNvSpPr/>
          <p:nvPr/>
        </p:nvSpPr>
        <p:spPr>
          <a:xfrm>
            <a:off x="951718" y="7890771"/>
            <a:ext cx="2497238" cy="1054100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상품 일부 선택</a:t>
            </a:r>
            <a:endParaRPr lang="en-US" altLang="ko-KR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장바구니에 담긴 상품 중 원하는 상품만 해당 체크박스를 통해 선택</a:t>
            </a:r>
            <a:r>
              <a:rPr lang="en-US" altLang="ko-KR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/</a:t>
            </a:r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해제 가능</a:t>
            </a:r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5E8FD90-38CD-478B-B6C0-6C79F3B2FFFB}"/>
              </a:ext>
            </a:extLst>
          </p:cNvPr>
          <p:cNvSpPr/>
          <p:nvPr/>
        </p:nvSpPr>
        <p:spPr>
          <a:xfrm>
            <a:off x="5269723" y="6390192"/>
            <a:ext cx="1072244" cy="22860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10EE0E9-FB01-4B27-8D5E-8C7522FF7824}"/>
              </a:ext>
            </a:extLst>
          </p:cNvPr>
          <p:cNvCxnSpPr>
            <a:cxnSpLocks/>
          </p:cNvCxnSpPr>
          <p:nvPr/>
        </p:nvCxnSpPr>
        <p:spPr>
          <a:xfrm flipV="1">
            <a:off x="6356862" y="6473750"/>
            <a:ext cx="7796382" cy="12702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EBC84CD-22D2-4932-9E40-4D74B56BD372}"/>
              </a:ext>
            </a:extLst>
          </p:cNvPr>
          <p:cNvSpPr/>
          <p:nvPr/>
        </p:nvSpPr>
        <p:spPr>
          <a:xfrm>
            <a:off x="14153244" y="6044622"/>
            <a:ext cx="2497238" cy="858256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해외배송 상품 장바구니</a:t>
            </a: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해외배송상품 장바구니 내역 확인 가능</a:t>
            </a:r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FDE464D-2E32-4478-B384-935C376458F3}"/>
              </a:ext>
            </a:extLst>
          </p:cNvPr>
          <p:cNvCxnSpPr>
            <a:cxnSpLocks/>
          </p:cNvCxnSpPr>
          <p:nvPr/>
        </p:nvCxnSpPr>
        <p:spPr>
          <a:xfrm flipV="1">
            <a:off x="9525000" y="7553574"/>
            <a:ext cx="4628244" cy="7540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3BC3A7F-04B3-41AC-BDD4-5D4CAFA24188}"/>
              </a:ext>
            </a:extLst>
          </p:cNvPr>
          <p:cNvSpPr/>
          <p:nvPr/>
        </p:nvSpPr>
        <p:spPr>
          <a:xfrm>
            <a:off x="8065406" y="7416810"/>
            <a:ext cx="1459594" cy="304788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20AB5B4-8139-442E-9471-0D5E3A6FF683}"/>
              </a:ext>
            </a:extLst>
          </p:cNvPr>
          <p:cNvSpPr/>
          <p:nvPr/>
        </p:nvSpPr>
        <p:spPr>
          <a:xfrm>
            <a:off x="14186543" y="7108715"/>
            <a:ext cx="2497238" cy="858256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주문</a:t>
            </a: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장바구니에 담긴 전체 상품 혹은 선택된 상품만 주문하는 버튼</a:t>
            </a:r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4A0C02C-0215-4AEC-8AA1-6A1EF8840BB6}"/>
              </a:ext>
            </a:extLst>
          </p:cNvPr>
          <p:cNvSpPr/>
          <p:nvPr/>
        </p:nvSpPr>
        <p:spPr>
          <a:xfrm>
            <a:off x="4876800" y="6390192"/>
            <a:ext cx="378028" cy="22860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F7FE60BB-7BC2-48D2-B257-BC7FF6CCD346}"/>
              </a:ext>
            </a:extLst>
          </p:cNvPr>
          <p:cNvCxnSpPr>
            <a:cxnSpLocks/>
          </p:cNvCxnSpPr>
          <p:nvPr/>
        </p:nvCxnSpPr>
        <p:spPr>
          <a:xfrm flipH="1">
            <a:off x="5070425" y="6631492"/>
            <a:ext cx="7773" cy="2431378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20948CF-3EF6-421D-8BAC-D60D6823307F}"/>
              </a:ext>
            </a:extLst>
          </p:cNvPr>
          <p:cNvSpPr/>
          <p:nvPr/>
        </p:nvSpPr>
        <p:spPr>
          <a:xfrm>
            <a:off x="3962208" y="9071909"/>
            <a:ext cx="2224205" cy="667759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삭제</a:t>
            </a:r>
            <a:endParaRPr lang="en-US" altLang="ko-KR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체크박스로 선택된 상품을 장바구니에서 삭제</a:t>
            </a:r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147C59E-E199-4FBA-AF87-28E6DFC3C27F}"/>
              </a:ext>
            </a:extLst>
          </p:cNvPr>
          <p:cNvSpPr/>
          <p:nvPr/>
        </p:nvSpPr>
        <p:spPr>
          <a:xfrm>
            <a:off x="8065406" y="7766066"/>
            <a:ext cx="1459594" cy="730233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C6390D83-159C-48B9-9B54-44ACECBD4414}"/>
              </a:ext>
            </a:extLst>
          </p:cNvPr>
          <p:cNvCxnSpPr>
            <a:cxnSpLocks/>
          </p:cNvCxnSpPr>
          <p:nvPr/>
        </p:nvCxnSpPr>
        <p:spPr>
          <a:xfrm>
            <a:off x="8902702" y="9483859"/>
            <a:ext cx="5250542" cy="0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E347970-BA52-49FA-9E54-611341A2EE7C}"/>
              </a:ext>
            </a:extLst>
          </p:cNvPr>
          <p:cNvCxnSpPr/>
          <p:nvPr/>
        </p:nvCxnSpPr>
        <p:spPr>
          <a:xfrm>
            <a:off x="8902702" y="8522446"/>
            <a:ext cx="12702" cy="961413"/>
          </a:xfrm>
          <a:prstGeom prst="line">
            <a:avLst/>
          </a:prstGeom>
          <a:ln w="57150">
            <a:solidFill>
              <a:srgbClr val="7A2D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DA0D29F-AD06-412D-8DC6-4423C5CFEF40}"/>
              </a:ext>
            </a:extLst>
          </p:cNvPr>
          <p:cNvSpPr/>
          <p:nvPr/>
        </p:nvSpPr>
        <p:spPr>
          <a:xfrm>
            <a:off x="14153244" y="9012764"/>
            <a:ext cx="2497238" cy="794797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결제방식</a:t>
            </a:r>
          </a:p>
          <a:p>
            <a:pPr algn="ctr"/>
            <a:r>
              <a:rPr lang="ko-KR" altLang="en-US" sz="12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원하는 방식으로 결제를 선택할 수 있는 버튼</a:t>
            </a:r>
            <a:endParaRPr lang="ko-KR" altLang="en-US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4" name="TextBox 37">
            <a:extLst>
              <a:ext uri="{FF2B5EF4-FFF2-40B4-BE49-F238E27FC236}">
                <a16:creationId xmlns:a16="http://schemas.microsoft.com/office/drawing/2014/main" id="{65D2C84C-975F-4DCC-9866-0DA86FBB3E7D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77321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8077199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50419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장바구니 페이지 반응형 </a:t>
            </a:r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(360~430px)</a:t>
            </a:r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13209673" y="1752600"/>
            <a:ext cx="4735427" cy="811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ko-KR" altLang="en-US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margin,</a:t>
            </a:r>
            <a:r>
              <a:rPr lang="ko-KR" altLang="en-US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padding</a:t>
            </a:r>
            <a:r>
              <a:rPr lang="ko-KR" altLang="en-US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변경</a:t>
            </a:r>
            <a:r>
              <a:rPr lang="en-US" altLang="ko-KR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pPr lvl="0" algn="l">
              <a:lnSpc>
                <a:spcPct val="181769"/>
              </a:lnSpc>
            </a:pPr>
            <a:r>
              <a:rPr lang="ko-KR" altLang="en-US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각 글자 크기 변경 </a:t>
            </a:r>
            <a:r>
              <a:rPr lang="en-US" altLang="ko-KR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(0.85rem -&gt; 0.7rem) </a:t>
            </a:r>
            <a:endParaRPr lang="en-US" altLang="ko-KR" sz="19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국</a:t>
            </a:r>
            <a:r>
              <a:rPr lang="en-US" altLang="ko-KR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/</a:t>
            </a:r>
            <a:r>
              <a:rPr lang="ko-KR" altLang="en-US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해외 배송상품 목록 버튼 </a:t>
            </a:r>
            <a:r>
              <a:rPr lang="en-US" altLang="ko-KR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	</a:t>
            </a:r>
          </a:p>
          <a:p>
            <a:pPr>
              <a:lnSpc>
                <a:spcPct val="181769"/>
              </a:lnSpc>
            </a:pPr>
            <a:r>
              <a:rPr lang="en-US" altLang="ko-KR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 </a:t>
            </a:r>
            <a:r>
              <a:rPr lang="en-US" altLang="ko-KR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width 500px-&gt;100%</a:t>
            </a:r>
            <a:r>
              <a:rPr lang="ko-KR" altLang="en-US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변경</a:t>
            </a:r>
            <a:endParaRPr lang="en-US" altLang="ko-KR" sz="19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sz="19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ko-KR" altLang="en-US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주문버튼 </a:t>
            </a:r>
            <a:r>
              <a:rPr lang="en-US" altLang="ko-KR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padding </a:t>
            </a:r>
            <a:r>
              <a:rPr lang="ko-KR" altLang="en-US" sz="19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크기 변경</a:t>
            </a:r>
            <a:endParaRPr lang="en-US" altLang="ko-KR" sz="1900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6A6E200-D971-413A-B345-FA8C2D78A1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821329"/>
            <a:ext cx="4499131" cy="8071971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6F38A384-0C3C-4E00-8E85-D0547F13361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97" y="4064000"/>
            <a:ext cx="6876136" cy="582930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46" name="TextBox 37">
            <a:extLst>
              <a:ext uri="{FF2B5EF4-FFF2-40B4-BE49-F238E27FC236}">
                <a16:creationId xmlns:a16="http://schemas.microsoft.com/office/drawing/2014/main" id="{7DA8E3E1-44FF-4400-91B4-67708D480083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49" name="TextBox 37">
            <a:extLst>
              <a:ext uri="{FF2B5EF4-FFF2-40B4-BE49-F238E27FC236}">
                <a16:creationId xmlns:a16="http://schemas.microsoft.com/office/drawing/2014/main" id="{3677D706-5B4A-4B6C-9FE0-1BBF17047669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AB3B1B02-26C2-4F59-BD20-34466CFB264B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AF2568BA-402F-4789-B924-B63E3878098C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A1FFB95C-9DF9-4C1F-9CF6-8B73C4066CE6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4" name="TextBox 42">
            <a:extLst>
              <a:ext uri="{FF2B5EF4-FFF2-40B4-BE49-F238E27FC236}">
                <a16:creationId xmlns:a16="http://schemas.microsoft.com/office/drawing/2014/main" id="{CFD8BF20-3A6A-49FD-8738-15B93A097F13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FAB74A25-C7FB-4767-AC98-7EBB375FE055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68600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주문하기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레이아웃 적용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BBA05626-FC51-4783-966B-97E63706C7C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47" y="3698707"/>
            <a:ext cx="6665168" cy="6123623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B9457FF-1FE9-48FA-BEA0-7D908B80B8EC}"/>
              </a:ext>
            </a:extLst>
          </p:cNvPr>
          <p:cNvGrpSpPr/>
          <p:nvPr/>
        </p:nvGrpSpPr>
        <p:grpSpPr>
          <a:xfrm rot="16200000">
            <a:off x="8511540" y="6173486"/>
            <a:ext cx="579120" cy="561308"/>
            <a:chOff x="8797290" y="5220767"/>
            <a:chExt cx="723900" cy="587234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E5C8940B-027A-423A-973B-81E3309DD1C4}"/>
                </a:ext>
              </a:extLst>
            </p:cNvPr>
            <p:cNvSpPr/>
            <p:nvPr/>
          </p:nvSpPr>
          <p:spPr>
            <a:xfrm>
              <a:off x="8797290" y="5220767"/>
              <a:ext cx="723900" cy="587234"/>
            </a:xfrm>
            <a:prstGeom prst="roundRect">
              <a:avLst/>
            </a:prstGeom>
            <a:solidFill>
              <a:srgbClr val="7A2D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화살표: 아래쪽 48">
              <a:extLst>
                <a:ext uri="{FF2B5EF4-FFF2-40B4-BE49-F238E27FC236}">
                  <a16:creationId xmlns:a16="http://schemas.microsoft.com/office/drawing/2014/main" id="{C79BA9E5-EC63-42EE-9268-C5857A329BD9}"/>
                </a:ext>
              </a:extLst>
            </p:cNvPr>
            <p:cNvSpPr/>
            <p:nvPr/>
          </p:nvSpPr>
          <p:spPr>
            <a:xfrm>
              <a:off x="8957572" y="5359580"/>
              <a:ext cx="372856" cy="315690"/>
            </a:xfrm>
            <a:prstGeom prst="downArrow">
              <a:avLst/>
            </a:prstGeom>
            <a:solidFill>
              <a:srgbClr val="FF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123B52FC-10E7-4CF6-808A-0ACBCA9A75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059" y="3692866"/>
            <a:ext cx="6898341" cy="6129464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52" name="TextBox 37">
            <a:extLst>
              <a:ext uri="{FF2B5EF4-FFF2-40B4-BE49-F238E27FC236}">
                <a16:creationId xmlns:a16="http://schemas.microsoft.com/office/drawing/2014/main" id="{645FD1AD-7EFC-4863-8AD5-FC3E37AEEB31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445790ED-C78F-4E73-ABBF-8E5E890FB15A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75401A6A-2BEA-401A-9AFD-3F8D38FD1C96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9D515ACA-3A00-49CD-8B58-247898ED68B4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8" name="TextBox 37">
            <a:extLst>
              <a:ext uri="{FF2B5EF4-FFF2-40B4-BE49-F238E27FC236}">
                <a16:creationId xmlns:a16="http://schemas.microsoft.com/office/drawing/2014/main" id="{EE6FFDB4-8D83-4F76-9861-7F7589887552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0" name="TextBox 42">
            <a:extLst>
              <a:ext uri="{FF2B5EF4-FFF2-40B4-BE49-F238E27FC236}">
                <a16:creationId xmlns:a16="http://schemas.microsoft.com/office/drawing/2014/main" id="{A38F005D-368F-4CD2-B74E-F24E1758F9A4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9" name="TextBox 37">
            <a:extLst>
              <a:ext uri="{FF2B5EF4-FFF2-40B4-BE49-F238E27FC236}">
                <a16:creationId xmlns:a16="http://schemas.microsoft.com/office/drawing/2014/main" id="{AD271566-FCE8-46E2-88D3-CEE559C5812E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86420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주문하기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구성요소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123B52FC-10E7-4CF6-808A-0ACBCA9A75FC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7" t="8458" r="18592" b="24410"/>
          <a:stretch/>
        </p:blipFill>
        <p:spPr>
          <a:xfrm>
            <a:off x="6035140" y="3543300"/>
            <a:ext cx="6770168" cy="6258859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44" name="TextBox 37">
            <a:extLst>
              <a:ext uri="{FF2B5EF4-FFF2-40B4-BE49-F238E27FC236}">
                <a16:creationId xmlns:a16="http://schemas.microsoft.com/office/drawing/2014/main" id="{0FD2C341-2BFF-42DF-A770-73324F54AA11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50D9C2EE-D684-4336-8E9D-B57E91127CBF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D3E8FD8F-2F12-4D87-B5D9-FB179ABEC342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E91A23B-C5A2-47BB-9BE3-AA68340C2CC8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641009A9-7F2C-4267-8F0B-9028135D213F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pic>
        <p:nvPicPr>
          <p:cNvPr id="46" name="Picture 53">
            <a:extLst>
              <a:ext uri="{FF2B5EF4-FFF2-40B4-BE49-F238E27FC236}">
                <a16:creationId xmlns:a16="http://schemas.microsoft.com/office/drawing/2014/main" id="{0A7E379C-AA57-40D9-89DD-25384537F85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5727699" y="5123297"/>
            <a:ext cx="520700" cy="88900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BAD0B1DD-B07B-4A2E-B2EB-18C612141BEC}"/>
              </a:ext>
            </a:extLst>
          </p:cNvPr>
          <p:cNvSpPr/>
          <p:nvPr/>
        </p:nvSpPr>
        <p:spPr>
          <a:xfrm>
            <a:off x="1257299" y="4640908"/>
            <a:ext cx="4395781" cy="1040296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9" name="TextBox 55">
            <a:extLst>
              <a:ext uri="{FF2B5EF4-FFF2-40B4-BE49-F238E27FC236}">
                <a16:creationId xmlns:a16="http://schemas.microsoft.com/office/drawing/2014/main" id="{4C4EA6E2-7DF4-4B9F-83A7-754C0E5A2F88}"/>
              </a:ext>
            </a:extLst>
          </p:cNvPr>
          <p:cNvSpPr txBox="1"/>
          <p:nvPr/>
        </p:nvSpPr>
        <p:spPr>
          <a:xfrm>
            <a:off x="1435099" y="4671278"/>
            <a:ext cx="4116383" cy="9513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주문자 정보 입력 </a:t>
            </a:r>
            <a:r>
              <a:rPr lang="en-US" altLang="ko-KR" sz="17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INPUT</a:t>
            </a:r>
          </a:p>
          <a:p>
            <a:pPr lvl="0" algn="ctr">
              <a:lnSpc>
                <a:spcPct val="124499"/>
              </a:lnSpc>
            </a:pP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체크박스 </a:t>
            </a:r>
            <a:r>
              <a:rPr lang="ko-KR" altLang="en-US" sz="1500" i="0" u="sng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선택시</a:t>
            </a:r>
            <a:r>
              <a:rPr lang="ko-KR" altLang="en-US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기존 사용자 정보 자동 입력</a:t>
            </a: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5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35C66E6-763E-4410-97F9-9A28A3A0F9CF}"/>
              </a:ext>
            </a:extLst>
          </p:cNvPr>
          <p:cNvSpPr/>
          <p:nvPr/>
        </p:nvSpPr>
        <p:spPr>
          <a:xfrm>
            <a:off x="6257924" y="4683086"/>
            <a:ext cx="3657600" cy="180512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5ECB00D-906F-4406-9F1D-CE74A1477024}"/>
              </a:ext>
            </a:extLst>
          </p:cNvPr>
          <p:cNvSpPr/>
          <p:nvPr/>
        </p:nvSpPr>
        <p:spPr>
          <a:xfrm>
            <a:off x="7191374" y="4726081"/>
            <a:ext cx="152400" cy="12872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65708F1-7901-4D3C-9BBC-393553AED73E}"/>
              </a:ext>
            </a:extLst>
          </p:cNvPr>
          <p:cNvSpPr/>
          <p:nvPr/>
        </p:nvSpPr>
        <p:spPr>
          <a:xfrm>
            <a:off x="6257924" y="6793006"/>
            <a:ext cx="3657600" cy="180512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B4523C0-2A01-473D-A960-3597E052D526}"/>
              </a:ext>
            </a:extLst>
          </p:cNvPr>
          <p:cNvSpPr/>
          <p:nvPr/>
        </p:nvSpPr>
        <p:spPr>
          <a:xfrm>
            <a:off x="6257924" y="8605223"/>
            <a:ext cx="2057400" cy="886534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251AB27-FCD9-4FBD-8BE5-781A24C5A75C}"/>
              </a:ext>
            </a:extLst>
          </p:cNvPr>
          <p:cNvSpPr/>
          <p:nvPr/>
        </p:nvSpPr>
        <p:spPr>
          <a:xfrm>
            <a:off x="11515723" y="5650006"/>
            <a:ext cx="762001" cy="357320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16386BE-C586-438B-AAE3-D4CEA405F018}"/>
              </a:ext>
            </a:extLst>
          </p:cNvPr>
          <p:cNvSpPr/>
          <p:nvPr/>
        </p:nvSpPr>
        <p:spPr>
          <a:xfrm>
            <a:off x="12341757" y="4509319"/>
            <a:ext cx="126465" cy="131035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AEB3165-9645-4119-8D82-6E80CF57BAFD}"/>
              </a:ext>
            </a:extLst>
          </p:cNvPr>
          <p:cNvSpPr/>
          <p:nvPr/>
        </p:nvSpPr>
        <p:spPr>
          <a:xfrm>
            <a:off x="10820399" y="8278906"/>
            <a:ext cx="1695450" cy="309695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1BBF6E6-BD73-47CA-B952-4BFF0EAF5E3A}"/>
              </a:ext>
            </a:extLst>
          </p:cNvPr>
          <p:cNvSpPr/>
          <p:nvPr/>
        </p:nvSpPr>
        <p:spPr>
          <a:xfrm>
            <a:off x="10801347" y="9196481"/>
            <a:ext cx="1695450" cy="309695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7" name="Picture 53">
            <a:extLst>
              <a:ext uri="{FF2B5EF4-FFF2-40B4-BE49-F238E27FC236}">
                <a16:creationId xmlns:a16="http://schemas.microsoft.com/office/drawing/2014/main" id="{519554B7-83E6-4BB0-AD21-2200D6BFACC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5727699" y="7647422"/>
            <a:ext cx="520700" cy="88900"/>
          </a:xfrm>
          <a:prstGeom prst="rect">
            <a:avLst/>
          </a:prstGeom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D01819A4-38CB-48DA-84F7-E1B927D4A382}"/>
              </a:ext>
            </a:extLst>
          </p:cNvPr>
          <p:cNvSpPr/>
          <p:nvPr/>
        </p:nvSpPr>
        <p:spPr>
          <a:xfrm>
            <a:off x="1257299" y="7165033"/>
            <a:ext cx="4395781" cy="1040296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69" name="TextBox 55">
            <a:extLst>
              <a:ext uri="{FF2B5EF4-FFF2-40B4-BE49-F238E27FC236}">
                <a16:creationId xmlns:a16="http://schemas.microsoft.com/office/drawing/2014/main" id="{B761265C-3BED-41FA-ADD5-D21D41554586}"/>
              </a:ext>
            </a:extLst>
          </p:cNvPr>
          <p:cNvSpPr txBox="1"/>
          <p:nvPr/>
        </p:nvSpPr>
        <p:spPr>
          <a:xfrm>
            <a:off x="1435099" y="7195403"/>
            <a:ext cx="4116383" cy="9513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u="sng" dirty="0" err="1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수령자</a:t>
            </a:r>
            <a:r>
              <a:rPr lang="ko-KR" altLang="en-US" sz="17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정보 입력 </a:t>
            </a:r>
            <a:r>
              <a:rPr lang="en-US" altLang="ko-KR" sz="17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INPUT</a:t>
            </a:r>
          </a:p>
          <a:p>
            <a:pPr lvl="0" algn="ctr">
              <a:lnSpc>
                <a:spcPct val="124499"/>
              </a:lnSpc>
            </a:pP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체크박스 </a:t>
            </a:r>
            <a:r>
              <a:rPr lang="ko-KR" altLang="en-US" sz="1500" i="0" u="sng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선택시</a:t>
            </a:r>
            <a:r>
              <a:rPr lang="ko-KR" altLang="en-US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구매자 정보 연결로 생략</a:t>
            </a: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5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0" name="Picture 53">
            <a:extLst>
              <a:ext uri="{FF2B5EF4-FFF2-40B4-BE49-F238E27FC236}">
                <a16:creationId xmlns:a16="http://schemas.microsoft.com/office/drawing/2014/main" id="{C631A31A-E256-43C9-8A5F-2F7928EA0C4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5727699" y="9009497"/>
            <a:ext cx="520700" cy="88900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2AECE779-88C9-45BB-BEC5-3D7F99366E75}"/>
              </a:ext>
            </a:extLst>
          </p:cNvPr>
          <p:cNvSpPr/>
          <p:nvPr/>
        </p:nvSpPr>
        <p:spPr>
          <a:xfrm>
            <a:off x="1257299" y="8527108"/>
            <a:ext cx="4395781" cy="1040296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2" name="TextBox 55">
            <a:extLst>
              <a:ext uri="{FF2B5EF4-FFF2-40B4-BE49-F238E27FC236}">
                <a16:creationId xmlns:a16="http://schemas.microsoft.com/office/drawing/2014/main" id="{7D78DD90-24E9-4584-9B84-B25F8FE59977}"/>
              </a:ext>
            </a:extLst>
          </p:cNvPr>
          <p:cNvSpPr txBox="1"/>
          <p:nvPr/>
        </p:nvSpPr>
        <p:spPr>
          <a:xfrm>
            <a:off x="1435099" y="8557478"/>
            <a:ext cx="4116383" cy="9513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u="sng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결제하기 수단 선택</a:t>
            </a:r>
            <a:endParaRPr lang="en-US" altLang="ko-KR" sz="1700" u="sng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5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선택된 결제 수단으로 결제 진행</a:t>
            </a: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5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3" name="Picture 53">
            <a:extLst>
              <a:ext uri="{FF2B5EF4-FFF2-40B4-BE49-F238E27FC236}">
                <a16:creationId xmlns:a16="http://schemas.microsoft.com/office/drawing/2014/main" id="{8B7442F8-228E-4F41-9054-716FBCB5F81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486795" y="4529196"/>
            <a:ext cx="520700" cy="88900"/>
          </a:xfrm>
          <a:prstGeom prst="rect">
            <a:avLst/>
          </a:prstGeom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CE519E54-4C9D-42BF-84FB-BA0475366F2A}"/>
              </a:ext>
            </a:extLst>
          </p:cNvPr>
          <p:cNvSpPr/>
          <p:nvPr/>
        </p:nvSpPr>
        <p:spPr>
          <a:xfrm>
            <a:off x="13092117" y="4094229"/>
            <a:ext cx="3824283" cy="954957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6" name="TextBox 55">
            <a:extLst>
              <a:ext uri="{FF2B5EF4-FFF2-40B4-BE49-F238E27FC236}">
                <a16:creationId xmlns:a16="http://schemas.microsoft.com/office/drawing/2014/main" id="{3819AE3A-4A08-4F9C-82A8-C19C837DFC00}"/>
              </a:ext>
            </a:extLst>
          </p:cNvPr>
          <p:cNvSpPr txBox="1"/>
          <p:nvPr/>
        </p:nvSpPr>
        <p:spPr>
          <a:xfrm>
            <a:off x="13092117" y="4068878"/>
            <a:ext cx="3824283" cy="95495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결제 상품 제거 버튼</a:t>
            </a:r>
            <a:endParaRPr lang="en-US" altLang="ko-KR" sz="1700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결제 선택된 상품을 장바구니로 되돌림</a:t>
            </a: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5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7" name="Picture 53">
            <a:extLst>
              <a:ext uri="{FF2B5EF4-FFF2-40B4-BE49-F238E27FC236}">
                <a16:creationId xmlns:a16="http://schemas.microsoft.com/office/drawing/2014/main" id="{47A9D1E4-07B9-44E6-9F0D-0FCFE6409BD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296295" y="5795999"/>
            <a:ext cx="605322" cy="103348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94851155-40FF-499F-BC13-956B2A2AAD68}"/>
              </a:ext>
            </a:extLst>
          </p:cNvPr>
          <p:cNvSpPr/>
          <p:nvPr/>
        </p:nvSpPr>
        <p:spPr>
          <a:xfrm>
            <a:off x="12977817" y="5361032"/>
            <a:ext cx="3824283" cy="954957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79" name="TextBox 55">
            <a:extLst>
              <a:ext uri="{FF2B5EF4-FFF2-40B4-BE49-F238E27FC236}">
                <a16:creationId xmlns:a16="http://schemas.microsoft.com/office/drawing/2014/main" id="{FC7EC20E-EAD0-469C-B9DA-67A353FA012A}"/>
              </a:ext>
            </a:extLst>
          </p:cNvPr>
          <p:cNvSpPr txBox="1"/>
          <p:nvPr/>
        </p:nvSpPr>
        <p:spPr>
          <a:xfrm>
            <a:off x="12977817" y="5335681"/>
            <a:ext cx="3824283" cy="95495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상품의 옵션</a:t>
            </a:r>
            <a:r>
              <a:rPr lang="en-US" altLang="ko-KR" sz="17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, </a:t>
            </a:r>
            <a:r>
              <a:rPr lang="ko-KR" altLang="en-US" sz="17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수량 변경 버튼</a:t>
            </a:r>
            <a:endParaRPr lang="en-US" altLang="ko-KR" sz="1700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5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해당 상품의 옵션과 수량을 변경</a:t>
            </a: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5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80" name="Picture 53">
            <a:extLst>
              <a:ext uri="{FF2B5EF4-FFF2-40B4-BE49-F238E27FC236}">
                <a16:creationId xmlns:a16="http://schemas.microsoft.com/office/drawing/2014/main" id="{B5FDA527-70EB-475B-8956-BBA59DE2D65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34899" y="8386821"/>
            <a:ext cx="520700" cy="88900"/>
          </a:xfrm>
          <a:prstGeom prst="rect">
            <a:avLst/>
          </a:prstGeom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FD3C3AA5-CE3C-4357-A6AE-026D41271BEC}"/>
              </a:ext>
            </a:extLst>
          </p:cNvPr>
          <p:cNvSpPr/>
          <p:nvPr/>
        </p:nvSpPr>
        <p:spPr>
          <a:xfrm>
            <a:off x="13134974" y="7977206"/>
            <a:ext cx="2375524" cy="904254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2" name="TextBox 55">
            <a:extLst>
              <a:ext uri="{FF2B5EF4-FFF2-40B4-BE49-F238E27FC236}">
                <a16:creationId xmlns:a16="http://schemas.microsoft.com/office/drawing/2014/main" id="{F0CA9D7D-7262-4F61-91A4-637F512F15EA}"/>
              </a:ext>
            </a:extLst>
          </p:cNvPr>
          <p:cNvSpPr txBox="1"/>
          <p:nvPr/>
        </p:nvSpPr>
        <p:spPr>
          <a:xfrm>
            <a:off x="13134974" y="7926503"/>
            <a:ext cx="2375524" cy="95495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i="0" strike="noStrike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쿠폰 선택 버튼</a:t>
            </a:r>
            <a:endParaRPr lang="en-US" altLang="ko-KR" sz="1700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사용 가능한 쿠폰을 선택</a:t>
            </a: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5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83" name="Picture 53">
            <a:extLst>
              <a:ext uri="{FF2B5EF4-FFF2-40B4-BE49-F238E27FC236}">
                <a16:creationId xmlns:a16="http://schemas.microsoft.com/office/drawing/2014/main" id="{1D126DED-84B7-4E8C-B63E-8EB656AD486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06324" y="9386946"/>
            <a:ext cx="520700" cy="88900"/>
          </a:xfrm>
          <a:prstGeom prst="rect">
            <a:avLst/>
          </a:prstGeom>
        </p:spPr>
      </p:pic>
      <p:sp>
        <p:nvSpPr>
          <p:cNvPr id="84" name="직사각형 83">
            <a:extLst>
              <a:ext uri="{FF2B5EF4-FFF2-40B4-BE49-F238E27FC236}">
                <a16:creationId xmlns:a16="http://schemas.microsoft.com/office/drawing/2014/main" id="{DF606139-3631-4FC0-8990-146AFC31F96B}"/>
              </a:ext>
            </a:extLst>
          </p:cNvPr>
          <p:cNvSpPr/>
          <p:nvPr/>
        </p:nvSpPr>
        <p:spPr>
          <a:xfrm>
            <a:off x="13106399" y="8977331"/>
            <a:ext cx="2375524" cy="904254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5" name="TextBox 55">
            <a:extLst>
              <a:ext uri="{FF2B5EF4-FFF2-40B4-BE49-F238E27FC236}">
                <a16:creationId xmlns:a16="http://schemas.microsoft.com/office/drawing/2014/main" id="{11551026-2A6F-4DDF-997A-11CC0981CE3A}"/>
              </a:ext>
            </a:extLst>
          </p:cNvPr>
          <p:cNvSpPr txBox="1"/>
          <p:nvPr/>
        </p:nvSpPr>
        <p:spPr>
          <a:xfrm>
            <a:off x="13106399" y="8926628"/>
            <a:ext cx="2375524" cy="95495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17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결제 버튼</a:t>
            </a:r>
            <a:endParaRPr lang="en-US" altLang="ko-KR" sz="1700" i="0" strike="noStrike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최종 결제하기</a:t>
            </a:r>
            <a:r>
              <a:rPr lang="en-US" altLang="ko-KR" sz="15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ko-KR" sz="15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86" name="TextBox 42">
            <a:extLst>
              <a:ext uri="{FF2B5EF4-FFF2-40B4-BE49-F238E27FC236}">
                <a16:creationId xmlns:a16="http://schemas.microsoft.com/office/drawing/2014/main" id="{7BF48927-13D5-48F3-81EA-21143EA60E6F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87" name="TextBox 37">
            <a:extLst>
              <a:ext uri="{FF2B5EF4-FFF2-40B4-BE49-F238E27FC236}">
                <a16:creationId xmlns:a16="http://schemas.microsoft.com/office/drawing/2014/main" id="{FC1471BD-5B93-4DCC-91E2-4A28C4A72163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46231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6934199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50419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주문하기</a:t>
            </a:r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페이지 반응형 </a:t>
            </a:r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(360~430px)</a:t>
            </a:r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14055991" y="1752600"/>
            <a:ext cx="3889109" cy="81153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lvl="0" algn="l"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overflow-x: hidden</a:t>
            </a:r>
            <a:r>
              <a:rPr lang="ko-KR" altLang="en-US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ko-KR" altLang="en-US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가로 스크롤 제거</a:t>
            </a:r>
            <a:r>
              <a:rPr lang="en-US" altLang="ko-KR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pPr lvl="0" algn="l"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flex → column </a:t>
            </a:r>
            <a:r>
              <a:rPr lang="ko-KR" altLang="en-US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방향으로 정렬 전환</a:t>
            </a:r>
            <a:endParaRPr lang="en-US" altLang="ko-KR" sz="1600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min-width: unset (</a:t>
            </a: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최소 너비 제한 해제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</a:p>
          <a:p>
            <a:pPr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width: 100%</a:t>
            </a: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로 전체 너비 사용</a:t>
            </a:r>
            <a:endParaRPr lang="en-US" altLang="ko-KR" sz="16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12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.order-container → padding: 0 16px, gap: 24px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.form-flex → gap: 12px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.zip-row → gap: 8px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.pay-type-row → padding: 12px</a:t>
            </a:r>
          </a:p>
          <a:p>
            <a:pPr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sz="11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.form-flex, .buyer-row-flex, .zip-row : flex → column </a:t>
            </a:r>
            <a:r>
              <a:rPr lang="ko-KR" altLang="en-US" sz="11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전환</a:t>
            </a:r>
            <a:endParaRPr lang="en-US" altLang="ko-KR" sz="1100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▶폰트 크기 축소</a:t>
            </a:r>
          </a:p>
          <a:p>
            <a:pPr>
              <a:lnSpc>
                <a:spcPct val="181769"/>
              </a:lnSpc>
            </a:pP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- .summary-title : 30px → 18px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.summary-info : 20px → 15px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.cart-name </a:t>
            </a:r>
            <a:r>
              <a:rPr lang="en-US" altLang="ko-KR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</a:t>
            </a: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14px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.cart-meta </a:t>
            </a:r>
            <a:r>
              <a:rPr lang="en-US" altLang="ko-KR" sz="16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:</a:t>
            </a:r>
            <a:r>
              <a:rPr lang="ko-KR" altLang="en-US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13px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</a:t>
            </a:r>
            <a:r>
              <a:rPr lang="en-US" altLang="ko-KR" sz="11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.price-list, .price-row, .total-row, .coupon-</a:t>
            </a:r>
            <a:r>
              <a:rPr lang="en-US" altLang="ko-KR" sz="11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btn</a:t>
            </a:r>
            <a:r>
              <a:rPr lang="en-US" altLang="ko-KR" sz="11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: 13px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.pay-</a:t>
            </a:r>
            <a:r>
              <a:rPr lang="en-US" altLang="ko-KR" sz="16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btn</a:t>
            </a: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: 15px : 14px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.order-summary : 13px</a:t>
            </a:r>
          </a:p>
          <a:p>
            <a:pPr>
              <a:lnSpc>
                <a:spcPct val="181769"/>
              </a:lnSpc>
            </a:pPr>
            <a:r>
              <a:rPr lang="en-US" altLang="ko-KR" sz="16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- .account-row : 13px → 9px</a:t>
            </a:r>
            <a:endParaRPr lang="en-US" altLang="ko-KR" sz="1600" b="0" dirty="0">
              <a:solidFill>
                <a:srgbClr val="7A2D1B"/>
              </a:solidFill>
              <a:effectLst/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5B0BDC56-E4A2-4757-B007-1C5E317D12BF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7" t="8458" r="18592" b="24410"/>
          <a:stretch/>
        </p:blipFill>
        <p:spPr>
          <a:xfrm>
            <a:off x="307788" y="4061759"/>
            <a:ext cx="6415417" cy="593090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B46BE54-A2B1-4B0A-9584-BFA51AEF3EE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1657062"/>
            <a:ext cx="3306808" cy="8401074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7EABCD4-EFEB-4A8E-B690-F76DC67DB7D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599" y="1657062"/>
            <a:ext cx="3509309" cy="8401074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47" name="TextBox 37">
            <a:extLst>
              <a:ext uri="{FF2B5EF4-FFF2-40B4-BE49-F238E27FC236}">
                <a16:creationId xmlns:a16="http://schemas.microsoft.com/office/drawing/2014/main" id="{5D1D9A2E-A669-4282-A496-2807713DCBCC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31B33B7F-3183-4EC3-8154-738826871F1A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CB4D5008-9633-42C7-9990-65030AB6AE8A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A621CF00-273E-4923-BD95-52BD24B4BFF9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FDDC8015-FCD1-4C9C-A815-D59FAA3FDFA5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F0FEC0C0-69D3-4DFD-93D9-17F27C061498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C97DCA08-6AEA-407D-9ECF-07055D91FF75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79024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고객센터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레이아웃 적용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3C9090C2-3F69-4A2C-BABB-73FE6D2A475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619500"/>
            <a:ext cx="5055079" cy="6279356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0A7881CD-AAF9-4EAE-86B5-9A74E9995B39}"/>
              </a:ext>
            </a:extLst>
          </p:cNvPr>
          <p:cNvGrpSpPr/>
          <p:nvPr/>
        </p:nvGrpSpPr>
        <p:grpSpPr>
          <a:xfrm rot="16200000">
            <a:off x="8511540" y="6173486"/>
            <a:ext cx="579120" cy="561308"/>
            <a:chOff x="8797290" y="5220767"/>
            <a:chExt cx="723900" cy="587234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D3B53BCE-B4B3-4DF6-BA4B-CAD5407AF7D4}"/>
                </a:ext>
              </a:extLst>
            </p:cNvPr>
            <p:cNvSpPr/>
            <p:nvPr/>
          </p:nvSpPr>
          <p:spPr>
            <a:xfrm>
              <a:off x="8797290" y="5220767"/>
              <a:ext cx="723900" cy="587234"/>
            </a:xfrm>
            <a:prstGeom prst="roundRect">
              <a:avLst/>
            </a:prstGeom>
            <a:solidFill>
              <a:srgbClr val="7A2D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화살표: 아래쪽 48">
              <a:extLst>
                <a:ext uri="{FF2B5EF4-FFF2-40B4-BE49-F238E27FC236}">
                  <a16:creationId xmlns:a16="http://schemas.microsoft.com/office/drawing/2014/main" id="{EFC5C673-3578-41B1-9583-59C77D7F1B1A}"/>
                </a:ext>
              </a:extLst>
            </p:cNvPr>
            <p:cNvSpPr/>
            <p:nvPr/>
          </p:nvSpPr>
          <p:spPr>
            <a:xfrm>
              <a:off x="8957572" y="5359580"/>
              <a:ext cx="372856" cy="315690"/>
            </a:xfrm>
            <a:prstGeom prst="downArrow">
              <a:avLst/>
            </a:prstGeom>
            <a:solidFill>
              <a:srgbClr val="FF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60D12096-9C80-4D12-80CB-33F9E2E1A7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3604022"/>
            <a:ext cx="6450542" cy="6289278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52" name="TextBox 37">
            <a:extLst>
              <a:ext uri="{FF2B5EF4-FFF2-40B4-BE49-F238E27FC236}">
                <a16:creationId xmlns:a16="http://schemas.microsoft.com/office/drawing/2014/main" id="{2FFFD929-3D67-4EC3-BFA8-2F1B1C1CDFE1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E47C8058-0D7F-4811-A70A-3EF14DFAF8A4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073D1C68-6F2D-43BE-9C56-2847449C413F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D357BC2B-1F21-4070-ABF7-85AFF2A241FA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8" name="TextBox 37">
            <a:extLst>
              <a:ext uri="{FF2B5EF4-FFF2-40B4-BE49-F238E27FC236}">
                <a16:creationId xmlns:a16="http://schemas.microsoft.com/office/drawing/2014/main" id="{8203F8C5-047F-4D1A-B89A-55E7331C2EAB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0" name="TextBox 42">
            <a:extLst>
              <a:ext uri="{FF2B5EF4-FFF2-40B4-BE49-F238E27FC236}">
                <a16:creationId xmlns:a16="http://schemas.microsoft.com/office/drawing/2014/main" id="{A414138A-AB8B-441D-800F-1958E430E0EF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9" name="TextBox 37">
            <a:extLst>
              <a:ext uri="{FF2B5EF4-FFF2-40B4-BE49-F238E27FC236}">
                <a16:creationId xmlns:a16="http://schemas.microsoft.com/office/drawing/2014/main" id="{DDF1EDD6-F3C9-45DD-A15B-BBA05F0BF65A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99786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18288000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7975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고객센터 페이지</a:t>
            </a:r>
            <a:r>
              <a:rPr lang="en-US" altLang="ko-KR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 </a:t>
            </a:r>
            <a:r>
              <a:rPr lang="ko-KR" altLang="en-US" sz="4000" spc="100" dirty="0">
                <a:solidFill>
                  <a:srgbClr val="7A2D1B"/>
                </a:solidFill>
                <a:latin typeface="Pretendard Bold"/>
                <a:ea typeface="Pretendard Bold"/>
              </a:rPr>
              <a:t>구성요소</a:t>
            </a:r>
            <a:endParaRPr lang="en-US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0" name="TextBox 37">
            <a:extLst>
              <a:ext uri="{FF2B5EF4-FFF2-40B4-BE49-F238E27FC236}">
                <a16:creationId xmlns:a16="http://schemas.microsoft.com/office/drawing/2014/main" id="{6B04B671-AAC1-4A0A-8439-2BC5C0FFDCBE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5EB0D725-99CE-4EB8-BA25-EF5B7A0C136C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98154C05-4D52-4384-BCB2-BC2FB9322049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5" name="TextBox 37">
            <a:extLst>
              <a:ext uri="{FF2B5EF4-FFF2-40B4-BE49-F238E27FC236}">
                <a16:creationId xmlns:a16="http://schemas.microsoft.com/office/drawing/2014/main" id="{45086F85-537D-4E3C-B16C-6375086AC6B1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A4491ADF-BEEC-4A89-9A00-466105AC79E9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A25B9C15-69C9-4ED2-9F25-496F9B44394A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" t="7916" r="5497" b="21128"/>
          <a:stretch/>
        </p:blipFill>
        <p:spPr>
          <a:xfrm>
            <a:off x="4995740" y="3511901"/>
            <a:ext cx="8305800" cy="642620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B9671DFC-7771-4130-BAC3-601A748EBB44}"/>
              </a:ext>
            </a:extLst>
          </p:cNvPr>
          <p:cNvSpPr/>
          <p:nvPr/>
        </p:nvSpPr>
        <p:spPr>
          <a:xfrm>
            <a:off x="214929" y="5937601"/>
            <a:ext cx="4155582" cy="1385092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나의 쇼핑정보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MY PAGE, 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고객센터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 DAYFUL_INFO</a:t>
            </a:r>
            <a:r>
              <a:rPr lang="ko-KR" altLang="en-US" sz="16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하위 메뉴</a:t>
            </a:r>
            <a:r>
              <a:rPr lang="en-US" altLang="ko-KR" sz="16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1:1 </a:t>
            </a:r>
            <a:r>
              <a:rPr lang="ko-KR" altLang="en-US" sz="16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문의내역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endParaRPr lang="en-US" altLang="ko-KR" sz="16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1600" i="0" u="sng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클릭시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각 페이지로 넘어갑니다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ko-KR" altLang="ko-KR" sz="16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49" name="Picture 53">
            <a:extLst>
              <a:ext uri="{FF2B5EF4-FFF2-40B4-BE49-F238E27FC236}">
                <a16:creationId xmlns:a16="http://schemas.microsoft.com/office/drawing/2014/main" id="{CA85FFD9-A307-4AFB-81FD-1262FAE0624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9306" y="6572997"/>
            <a:ext cx="520700" cy="88900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72C792B0-A47D-49BA-B4A5-24F8938738D1}"/>
              </a:ext>
            </a:extLst>
          </p:cNvPr>
          <p:cNvSpPr/>
          <p:nvPr/>
        </p:nvSpPr>
        <p:spPr>
          <a:xfrm>
            <a:off x="5144965" y="4546600"/>
            <a:ext cx="1143000" cy="1024664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5F168AF-CC51-43E7-B95D-A4E32D908063}"/>
              </a:ext>
            </a:extLst>
          </p:cNvPr>
          <p:cNvSpPr/>
          <p:nvPr/>
        </p:nvSpPr>
        <p:spPr>
          <a:xfrm>
            <a:off x="5164261" y="5905851"/>
            <a:ext cx="1142999" cy="781797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2030B43-E92A-4375-8D18-0A7F025F01BA}"/>
              </a:ext>
            </a:extLst>
          </p:cNvPr>
          <p:cNvSpPr/>
          <p:nvPr/>
        </p:nvSpPr>
        <p:spPr>
          <a:xfrm>
            <a:off x="5144965" y="7041403"/>
            <a:ext cx="1143000" cy="781797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AD01524-1C2F-4D21-8CF7-7EB019B472B4}"/>
              </a:ext>
            </a:extLst>
          </p:cNvPr>
          <p:cNvSpPr/>
          <p:nvPr/>
        </p:nvSpPr>
        <p:spPr>
          <a:xfrm>
            <a:off x="5157665" y="8159750"/>
            <a:ext cx="1143000" cy="781797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Picture 58">
            <a:extLst>
              <a:ext uri="{FF2B5EF4-FFF2-40B4-BE49-F238E27FC236}">
                <a16:creationId xmlns:a16="http://schemas.microsoft.com/office/drawing/2014/main" id="{A4BE7089-B707-438D-8F0D-0FFAAEAE137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95765" y="3867150"/>
            <a:ext cx="533400" cy="254000"/>
          </a:xfrm>
          <a:prstGeom prst="rect">
            <a:avLst/>
          </a:prstGeom>
        </p:spPr>
      </p:pic>
      <p:pic>
        <p:nvPicPr>
          <p:cNvPr id="64" name="Picture 58">
            <a:extLst>
              <a:ext uri="{FF2B5EF4-FFF2-40B4-BE49-F238E27FC236}">
                <a16:creationId xmlns:a16="http://schemas.microsoft.com/office/drawing/2014/main" id="{38F4FB6A-44E8-4E0D-A2A8-EF590DE5DF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95765" y="9151097"/>
            <a:ext cx="685800" cy="254000"/>
          </a:xfrm>
          <a:prstGeom prst="rect">
            <a:avLst/>
          </a:prstGeom>
        </p:spPr>
      </p:pic>
      <p:pic>
        <p:nvPicPr>
          <p:cNvPr id="65" name="Picture 58">
            <a:extLst>
              <a:ext uri="{FF2B5EF4-FFF2-40B4-BE49-F238E27FC236}">
                <a16:creationId xmlns:a16="http://schemas.microsoft.com/office/drawing/2014/main" id="{9765890D-A9B3-4D01-AE1D-ABE2D6029A0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12165" y="9499599"/>
            <a:ext cx="685800" cy="286497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49DA2248-2D99-4543-B093-45213B26CDD5}"/>
              </a:ext>
            </a:extLst>
          </p:cNvPr>
          <p:cNvSpPr/>
          <p:nvPr/>
        </p:nvSpPr>
        <p:spPr>
          <a:xfrm>
            <a:off x="13511090" y="6530086"/>
            <a:ext cx="4155582" cy="1385092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16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각 인기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문의내역 리스트를 </a:t>
            </a:r>
            <a:r>
              <a:rPr lang="ko-KR" altLang="en-US" sz="1600" i="0" u="sng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클릭시</a:t>
            </a:r>
            <a:endParaRPr lang="en-US" altLang="ko-KR" sz="1600" u="sng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상세 설명 페이지로 이동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68" name="Picture 53">
            <a:extLst>
              <a:ext uri="{FF2B5EF4-FFF2-40B4-BE49-F238E27FC236}">
                <a16:creationId xmlns:a16="http://schemas.microsoft.com/office/drawing/2014/main" id="{60F9B2EF-0450-447E-96A2-854719BC892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12980865" y="7222632"/>
            <a:ext cx="520700" cy="88900"/>
          </a:xfrm>
          <a:prstGeom prst="rect">
            <a:avLst/>
          </a:prstGeom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B6F4F02F-7852-4DB5-BEC9-FC9ACB06E1B5}"/>
              </a:ext>
            </a:extLst>
          </p:cNvPr>
          <p:cNvSpPr/>
          <p:nvPr/>
        </p:nvSpPr>
        <p:spPr>
          <a:xfrm>
            <a:off x="6437190" y="5005169"/>
            <a:ext cx="6556375" cy="4215031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3909B2F-07DC-45FE-857E-1981C892CCF8}"/>
              </a:ext>
            </a:extLst>
          </p:cNvPr>
          <p:cNvSpPr/>
          <p:nvPr/>
        </p:nvSpPr>
        <p:spPr>
          <a:xfrm>
            <a:off x="6480279" y="3676852"/>
            <a:ext cx="2184400" cy="654032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9299D1C-FC64-4E36-B38C-B9221CAC7974}"/>
              </a:ext>
            </a:extLst>
          </p:cNvPr>
          <p:cNvSpPr/>
          <p:nvPr/>
        </p:nvSpPr>
        <p:spPr>
          <a:xfrm>
            <a:off x="8664679" y="3676852"/>
            <a:ext cx="2184400" cy="654032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814E0B8-C235-4D54-BC21-7E6AA7AE8541}"/>
              </a:ext>
            </a:extLst>
          </p:cNvPr>
          <p:cNvSpPr/>
          <p:nvPr/>
        </p:nvSpPr>
        <p:spPr>
          <a:xfrm>
            <a:off x="10849079" y="3676852"/>
            <a:ext cx="2144486" cy="654032"/>
          </a:xfrm>
          <a:prstGeom prst="rect">
            <a:avLst/>
          </a:prstGeom>
          <a:noFill/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C66E298-8FF0-44C8-9A80-CA2D3221177A}"/>
              </a:ext>
            </a:extLst>
          </p:cNvPr>
          <p:cNvSpPr/>
          <p:nvPr/>
        </p:nvSpPr>
        <p:spPr>
          <a:xfrm>
            <a:off x="7070849" y="1714500"/>
            <a:ext cx="4155582" cy="1143000"/>
          </a:xfrm>
          <a:prstGeom prst="rect">
            <a:avLst/>
          </a:prstGeom>
          <a:solidFill>
            <a:srgbClr val="FFF8F8"/>
          </a:solidFill>
          <a:ln>
            <a:solidFill>
              <a:srgbClr val="7A2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등급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쿠폰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, 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리뷰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(-,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숫자포함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 </a:t>
            </a:r>
            <a:r>
              <a:rPr lang="ko-KR" altLang="en-US" sz="1600" i="0" u="sng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클릭시</a:t>
            </a:r>
            <a:endParaRPr lang="en-US" altLang="ko-KR" sz="1600" i="0" u="sng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ctr">
              <a:lnSpc>
                <a:spcPct val="150000"/>
              </a:lnSpc>
            </a:pPr>
            <a:r>
              <a:rPr lang="ko-KR" altLang="en-US" sz="1600" u="sng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각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페이지로 이동</a:t>
            </a:r>
            <a:r>
              <a:rPr lang="en-US" altLang="ko-KR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r>
              <a:rPr lang="ko-KR" altLang="en-US" sz="1600" i="0" u="sng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endParaRPr lang="ko-KR" altLang="en-US" dirty="0"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74" name="Picture 53">
            <a:extLst>
              <a:ext uri="{FF2B5EF4-FFF2-40B4-BE49-F238E27FC236}">
                <a16:creationId xmlns:a16="http://schemas.microsoft.com/office/drawing/2014/main" id="{48153E0A-FFAE-4BC5-BDBD-02364A211AD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8888290" y="3073751"/>
            <a:ext cx="520700" cy="88900"/>
          </a:xfrm>
          <a:prstGeom prst="rect">
            <a:avLst/>
          </a:prstGeom>
        </p:spPr>
      </p:pic>
      <p:sp>
        <p:nvSpPr>
          <p:cNvPr id="76" name="TextBox 42">
            <a:extLst>
              <a:ext uri="{FF2B5EF4-FFF2-40B4-BE49-F238E27FC236}">
                <a16:creationId xmlns:a16="http://schemas.microsoft.com/office/drawing/2014/main" id="{9C4F7BA5-BE02-45BA-A268-762209CEB802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75" name="TextBox 37">
            <a:extLst>
              <a:ext uri="{FF2B5EF4-FFF2-40B4-BE49-F238E27FC236}">
                <a16:creationId xmlns:a16="http://schemas.microsoft.com/office/drawing/2014/main" id="{978AE15C-DBFA-492A-AB21-723A9B80E889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997470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8730969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5041900" cy="152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고객센터 페이지 반응형 </a:t>
            </a:r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r>
              <a:rPr lang="en-US" altLang="ko-KR" sz="35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(360~430px)</a:t>
            </a:r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13109309" y="1752600"/>
            <a:ext cx="4835791" cy="811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81769"/>
              </a:lnSpc>
            </a:pP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▶각 메뉴당 </a:t>
            </a: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&lt;a&gt; 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사용해서 페이지이동</a:t>
            </a:r>
            <a:endParaRPr lang="en-US" altLang="ko-KR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flex-wrap : wrap 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사용해서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창을 </a:t>
            </a:r>
            <a:r>
              <a:rPr lang="ko-KR" altLang="en-US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줄일시</a:t>
            </a:r>
            <a:endParaRPr lang="en-US" altLang="ko-KR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</a:t>
            </a:r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각 메뉴들 아래줄로 이동하여 간소화</a:t>
            </a: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.</a:t>
            </a:r>
            <a:endParaRPr lang="en-US" altLang="ko-KR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ko-KR" altLang="en-US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@</a:t>
            </a: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media</a:t>
            </a:r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설정으로 </a:t>
            </a: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width</a:t>
            </a:r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</a:t>
            </a: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760</a:t>
            </a:r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이하가 되면</a:t>
            </a:r>
            <a:endParaRPr lang="en-US" altLang="ko-KR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>
              <a:lnSpc>
                <a:spcPct val="181769"/>
              </a:lnSpc>
            </a:pP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   .</a:t>
            </a:r>
            <a:r>
              <a:rPr lang="en-US" altLang="ko-KR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conten</a:t>
            </a:r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의 </a:t>
            </a:r>
            <a:r>
              <a:rPr lang="en-US" altLang="ko-KR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display : none; </a:t>
            </a:r>
            <a:r>
              <a:rPr lang="ko-KR" altLang="en-US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설정으로 간소화 작업</a:t>
            </a:r>
            <a:endParaRPr lang="en-US" altLang="ko-KR" b="0" dirty="0">
              <a:solidFill>
                <a:srgbClr val="7A2D1B"/>
              </a:solidFill>
              <a:effectLst/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5FBD03B-A243-49F8-A3DA-E718188B2AD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479" y="1562100"/>
            <a:ext cx="3915321" cy="8564170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729C3DE-99A1-46AC-8160-62A5143D6B5E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" t="7916" r="5497" b="21128"/>
          <a:stretch/>
        </p:blipFill>
        <p:spPr>
          <a:xfrm>
            <a:off x="531905" y="4039952"/>
            <a:ext cx="7794159" cy="6030343"/>
          </a:xfrm>
          <a:prstGeom prst="rect">
            <a:avLst/>
          </a:prstGeom>
          <a:ln w="38100">
            <a:solidFill>
              <a:srgbClr val="7A2D1B"/>
            </a:solidFill>
          </a:ln>
        </p:spPr>
      </p:pic>
      <p:sp>
        <p:nvSpPr>
          <p:cNvPr id="47" name="TextBox 37">
            <a:extLst>
              <a:ext uri="{FF2B5EF4-FFF2-40B4-BE49-F238E27FC236}">
                <a16:creationId xmlns:a16="http://schemas.microsoft.com/office/drawing/2014/main" id="{CD8295FA-7451-425E-92B2-B56E241E46A0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1C27AA70-63FF-4299-B0EB-4C8F06A63313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A1AC6562-F939-47BD-8FC0-5F6B863C99ED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D1A42B08-CCBE-45BC-853D-2D195FEF19A2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6AF55C9-0149-4047-A52F-148A2C732147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15CD3DC8-488E-4B3E-8409-B858B8F64624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E2562CED-D142-46FE-9DD4-7AB448446A6E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075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1049</Words>
  <Application>Microsoft Office PowerPoint</Application>
  <PresentationFormat>사용자 지정</PresentationFormat>
  <Paragraphs>331</Paragraphs>
  <Slides>21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3" baseType="lpstr">
      <vt:lpstr>Pretendard Medium</vt:lpstr>
      <vt:lpstr>나눔고딕 Light</vt:lpstr>
      <vt:lpstr>Calibri</vt:lpstr>
      <vt:lpstr>Pretendard ExtraBold</vt:lpstr>
      <vt:lpstr>Pretendard SemiBold</vt:lpstr>
      <vt:lpstr>나눔고딕</vt:lpstr>
      <vt:lpstr>맑은 고딕</vt:lpstr>
      <vt:lpstr>나눔고딕 ExtraBold</vt:lpstr>
      <vt:lpstr>Arial</vt:lpstr>
      <vt:lpstr>Pretendard Bold</vt:lpstr>
      <vt:lpstr>Chakra Petch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FullName</cp:lastModifiedBy>
  <cp:revision>34</cp:revision>
  <dcterms:created xsi:type="dcterms:W3CDTF">2006-08-16T00:00:00Z</dcterms:created>
  <dcterms:modified xsi:type="dcterms:W3CDTF">2025-07-31T05:14:13Z</dcterms:modified>
</cp:coreProperties>
</file>