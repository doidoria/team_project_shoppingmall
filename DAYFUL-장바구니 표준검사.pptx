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3" r:id="rId2"/>
  </p:sldIdLst>
  <p:sldSz cx="18288000" cy="10287000"/>
  <p:notesSz cx="6858000" cy="9144000"/>
  <p:embeddedFontLst>
    <p:embeddedFont>
      <p:font typeface="Pretendard Bold" panose="020B0600000101010101" charset="-127"/>
      <p:bold r:id="rId4"/>
    </p:embeddedFont>
    <p:embeddedFont>
      <p:font typeface="Pretendard ExtraBold" panose="020B0600000101010101" charset="-127"/>
      <p:bold r:id="rId5"/>
    </p:embeddedFont>
    <p:embeddedFont>
      <p:font typeface="Pretendard SemiBold" panose="020B0600000101010101" charset="-127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2D1B"/>
    <a:srgbClr val="A0694A"/>
    <a:srgbClr val="FFF8F8"/>
    <a:srgbClr val="E6C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6" autoAdjust="0"/>
    <p:restoredTop sz="94622" autoAdjust="0"/>
  </p:normalViewPr>
  <p:slideViewPr>
    <p:cSldViewPr>
      <p:cViewPr>
        <p:scale>
          <a:sx n="25" d="100"/>
          <a:sy n="25" d="100"/>
        </p:scale>
        <p:origin x="2916" y="1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9E615-C828-410B-B5B3-2AF7F0665AF6}" type="datetimeFigureOut">
              <a:rPr lang="ko-KR" altLang="en-US" smtClean="0"/>
              <a:t>2025-07-31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4980C-82E5-40C9-87AF-F600D9C10E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5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A4980C-82E5-40C9-87AF-F600D9C10E0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59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79500"/>
            <a:ext cx="8077199" cy="920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774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1651000000"/>
            <a:ext cx="2147483647" cy="20625054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00"/>
            <a:ext cx="1524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127000"/>
            <a:ext cx="152400" cy="152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7000"/>
            <a:ext cx="152400" cy="15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2400" y="1270000"/>
            <a:ext cx="355600" cy="901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3700"/>
            <a:ext cx="18288000" cy="1054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685800"/>
            <a:ext cx="3149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95900" y="1701800"/>
            <a:ext cx="241300" cy="876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54400" y="698500"/>
            <a:ext cx="431800" cy="431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774700"/>
            <a:ext cx="3175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901700"/>
            <a:ext cx="3175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14900" y="1028700"/>
            <a:ext cx="3175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0" y="660400"/>
            <a:ext cx="508000" cy="5080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33900" y="279400"/>
            <a:ext cx="2286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89500" y="101600"/>
            <a:ext cx="203200" cy="2032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1397000000"/>
            <a:ext cx="2147483647" cy="2147483647"/>
            <a:chOff x="0" y="0"/>
            <a:chExt cx="0" cy="0"/>
          </a:xfrm>
        </p:grpSpPr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2700000">
            <a:off x="17894300" y="190500"/>
            <a:ext cx="2667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700000">
            <a:off x="17894300" y="190500"/>
            <a:ext cx="266700" cy="254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5" name="TextBox 35"/>
          <p:cNvSpPr txBox="1"/>
          <p:nvPr/>
        </p:nvSpPr>
        <p:spPr>
          <a:xfrm>
            <a:off x="825500" y="2476500"/>
            <a:ext cx="5041900" cy="914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/>
            <a:r>
              <a:rPr lang="ko-KR" altLang="en-US" sz="4000" b="0" i="0" u="none" strike="noStrike" spc="100">
                <a:solidFill>
                  <a:srgbClr val="7A2D1B"/>
                </a:solidFill>
                <a:latin typeface="Pretendard Bold" panose="020B0600000101010101" charset="-127"/>
                <a:ea typeface="Pretendard Bold" panose="020B0600000101010101" charset="-127"/>
              </a:rPr>
              <a:t>장바구니 표준검사</a:t>
            </a:r>
            <a:endParaRPr lang="en-US" sz="3500" b="0" i="0" u="none" strike="noStrike" spc="100" dirty="0">
              <a:solidFill>
                <a:srgbClr val="7A2D1B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30200" y="736600"/>
            <a:ext cx="23622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1339"/>
              </a:lnSpc>
            </a:pPr>
            <a:r>
              <a:rPr lang="en-US" sz="2900" b="0" i="0" u="none" strike="noStrike" spc="-200">
                <a:solidFill>
                  <a:srgbClr val="A0694A"/>
                </a:solidFill>
                <a:latin typeface="Pretendard Bold"/>
              </a:rPr>
              <a:t>DAYFUL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93000" y="50800"/>
            <a:ext cx="3314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600" b="0" i="0" u="none" strike="noStrike" spc="500" dirty="0">
                <a:solidFill>
                  <a:srgbClr val="A0694A"/>
                </a:solidFill>
                <a:latin typeface="Pretendard Bold"/>
              </a:rPr>
              <a:t>SHOPPING MALL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0" y="2057400"/>
            <a:ext cx="1866900" cy="3556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1" name="Group 6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6" name="TextBox 37">
            <a:extLst>
              <a:ext uri="{FF2B5EF4-FFF2-40B4-BE49-F238E27FC236}">
                <a16:creationId xmlns:a16="http://schemas.microsoft.com/office/drawing/2014/main" id="{7DA8E3E1-44FF-4400-91B4-67708D480083}"/>
              </a:ext>
            </a:extLst>
          </p:cNvPr>
          <p:cNvSpPr txBox="1"/>
          <p:nvPr/>
        </p:nvSpPr>
        <p:spPr>
          <a:xfrm>
            <a:off x="2489200" y="698137"/>
            <a:ext cx="11430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b="0" i="0" strike="noStrike" spc="-100" dirty="0">
                <a:solidFill>
                  <a:srgbClr val="A0694A"/>
                </a:solidFill>
                <a:latin typeface="Pretendard ExtraBold"/>
              </a:rPr>
              <a:t>TITLE</a:t>
            </a: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8A60B387-5BC3-4CA3-A37C-06893F4E533D}"/>
              </a:ext>
            </a:extLst>
          </p:cNvPr>
          <p:cNvSpPr txBox="1"/>
          <p:nvPr/>
        </p:nvSpPr>
        <p:spPr>
          <a:xfrm>
            <a:off x="3657600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LOGO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49" name="TextBox 37">
            <a:extLst>
              <a:ext uri="{FF2B5EF4-FFF2-40B4-BE49-F238E27FC236}">
                <a16:creationId xmlns:a16="http://schemas.microsoft.com/office/drawing/2014/main" id="{3677D706-5B4A-4B6C-9FE0-1BBF17047669}"/>
              </a:ext>
            </a:extLst>
          </p:cNvPr>
          <p:cNvSpPr txBox="1"/>
          <p:nvPr/>
        </p:nvSpPr>
        <p:spPr>
          <a:xfrm>
            <a:off x="5314043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strike="noStrike" spc="-100" dirty="0">
                <a:solidFill>
                  <a:srgbClr val="A0694A"/>
                </a:solidFill>
                <a:latin typeface="Pretendard ExtraBold"/>
              </a:rPr>
              <a:t>CONTENTS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AB3B1B02-26C2-4F59-BD20-34466CFB264B}"/>
              </a:ext>
            </a:extLst>
          </p:cNvPr>
          <p:cNvSpPr txBox="1"/>
          <p:nvPr/>
        </p:nvSpPr>
        <p:spPr>
          <a:xfrm>
            <a:off x="7233557" y="749300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HEADER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2" name="TextBox 37">
            <a:extLst>
              <a:ext uri="{FF2B5EF4-FFF2-40B4-BE49-F238E27FC236}">
                <a16:creationId xmlns:a16="http://schemas.microsoft.com/office/drawing/2014/main" id="{AF2568BA-402F-4789-B924-B63E3878098C}"/>
              </a:ext>
            </a:extLst>
          </p:cNvPr>
          <p:cNvSpPr txBox="1"/>
          <p:nvPr/>
        </p:nvSpPr>
        <p:spPr>
          <a:xfrm>
            <a:off x="8915400" y="749300"/>
            <a:ext cx="1720305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spc="-100" dirty="0">
                <a:solidFill>
                  <a:srgbClr val="A0694A"/>
                </a:solidFill>
                <a:latin typeface="Pretendard ExtraBold"/>
              </a:rPr>
              <a:t>FOOTER</a:t>
            </a:r>
            <a:endParaRPr lang="en-US" sz="2200" i="0" strike="noStrike" spc="-100" dirty="0">
              <a:solidFill>
                <a:srgbClr val="A0694A"/>
              </a:solidFill>
              <a:latin typeface="Pretendard ExtraBold"/>
            </a:endParaRPr>
          </a:p>
        </p:txBody>
      </p:sp>
      <p:sp>
        <p:nvSpPr>
          <p:cNvPr id="53" name="TextBox 37">
            <a:extLst>
              <a:ext uri="{FF2B5EF4-FFF2-40B4-BE49-F238E27FC236}">
                <a16:creationId xmlns:a16="http://schemas.microsoft.com/office/drawing/2014/main" id="{A1FFB95C-9DF9-4C1F-9CF6-8B73C4066CE6}"/>
              </a:ext>
            </a:extLst>
          </p:cNvPr>
          <p:cNvSpPr txBox="1"/>
          <p:nvPr/>
        </p:nvSpPr>
        <p:spPr>
          <a:xfrm>
            <a:off x="10704286" y="735853"/>
            <a:ext cx="1563914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2200" i="0" u="sng" strike="noStrike" spc="-100" dirty="0">
                <a:solidFill>
                  <a:srgbClr val="7A2D1B"/>
                </a:solidFill>
                <a:latin typeface="Pretendard ExtraBold"/>
              </a:rPr>
              <a:t>PAGES</a:t>
            </a:r>
          </a:p>
        </p:txBody>
      </p:sp>
      <p:sp>
        <p:nvSpPr>
          <p:cNvPr id="54" name="TextBox 42">
            <a:extLst>
              <a:ext uri="{FF2B5EF4-FFF2-40B4-BE49-F238E27FC236}">
                <a16:creationId xmlns:a16="http://schemas.microsoft.com/office/drawing/2014/main" id="{CFD8BF20-3A6A-49FD-8738-15B93A097F13}"/>
              </a:ext>
            </a:extLst>
          </p:cNvPr>
          <p:cNvSpPr txBox="1"/>
          <p:nvPr/>
        </p:nvSpPr>
        <p:spPr>
          <a:xfrm>
            <a:off x="965200" y="208915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 spc="100" dirty="0">
                <a:solidFill>
                  <a:srgbClr val="FFFFFF"/>
                </a:solidFill>
                <a:latin typeface="Pretendard Bold"/>
              </a:rPr>
              <a:t>PAGES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F37EB9CE-C1A3-4E82-B826-10C07E04E32C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70" t="1958" r="57767" b="-1958"/>
          <a:stretch/>
        </p:blipFill>
        <p:spPr>
          <a:xfrm>
            <a:off x="825500" y="5218327"/>
            <a:ext cx="6680200" cy="1019175"/>
          </a:xfrm>
          <a:prstGeom prst="rect">
            <a:avLst/>
          </a:prstGeom>
          <a:ln w="57150">
            <a:solidFill>
              <a:srgbClr val="7A2D1B"/>
            </a:solidFill>
          </a:ln>
        </p:spPr>
      </p:pic>
      <p:pic>
        <p:nvPicPr>
          <p:cNvPr id="55" name="Picture 41">
            <a:extLst>
              <a:ext uri="{FF2B5EF4-FFF2-40B4-BE49-F238E27FC236}">
                <a16:creationId xmlns:a16="http://schemas.microsoft.com/office/drawing/2014/main" id="{5DAD5975-C4EE-405E-9550-80CCA2D756B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3860800"/>
            <a:ext cx="1155700" cy="292100"/>
          </a:xfrm>
          <a:prstGeom prst="rect">
            <a:avLst/>
          </a:prstGeom>
          <a:noFill/>
        </p:spPr>
      </p:pic>
      <p:sp>
        <p:nvSpPr>
          <p:cNvPr id="60" name="TextBox 42">
            <a:extLst>
              <a:ext uri="{FF2B5EF4-FFF2-40B4-BE49-F238E27FC236}">
                <a16:creationId xmlns:a16="http://schemas.microsoft.com/office/drawing/2014/main" id="{CBCBC405-7326-493E-8BFC-CEA32BDEBF7C}"/>
              </a:ext>
            </a:extLst>
          </p:cNvPr>
          <p:cNvSpPr txBox="1"/>
          <p:nvPr/>
        </p:nvSpPr>
        <p:spPr>
          <a:xfrm>
            <a:off x="3035300" y="3838575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spc="100" dirty="0">
                <a:solidFill>
                  <a:srgbClr val="FFFFFF"/>
                </a:solidFill>
                <a:latin typeface="Pretendard Bold"/>
              </a:rPr>
              <a:t>HTML</a:t>
            </a:r>
            <a:endParaRPr lang="en-US" sz="1700" b="0" i="0" u="none" strike="noStrike" spc="100" dirty="0">
              <a:solidFill>
                <a:srgbClr val="FFFFFF"/>
              </a:solidFill>
              <a:latin typeface="Pretendard Bold"/>
            </a:endParaRPr>
          </a:p>
        </p:txBody>
      </p:sp>
      <p:pic>
        <p:nvPicPr>
          <p:cNvPr id="62" name="Picture 41">
            <a:extLst>
              <a:ext uri="{FF2B5EF4-FFF2-40B4-BE49-F238E27FC236}">
                <a16:creationId xmlns:a16="http://schemas.microsoft.com/office/drawing/2014/main" id="{F51D25CD-3710-4D5D-9D1E-4F4E73D56F5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0100" y="6908800"/>
            <a:ext cx="1155700" cy="292100"/>
          </a:xfrm>
          <a:prstGeom prst="rect">
            <a:avLst/>
          </a:prstGeom>
          <a:noFill/>
        </p:spPr>
      </p:pic>
      <p:sp>
        <p:nvSpPr>
          <p:cNvPr id="63" name="TextBox 42">
            <a:extLst>
              <a:ext uri="{FF2B5EF4-FFF2-40B4-BE49-F238E27FC236}">
                <a16:creationId xmlns:a16="http://schemas.microsoft.com/office/drawing/2014/main" id="{3294A0C1-BE2C-4A7A-BC33-E57A3596ABF6}"/>
              </a:ext>
            </a:extLst>
          </p:cNvPr>
          <p:cNvSpPr txBox="1"/>
          <p:nvPr/>
        </p:nvSpPr>
        <p:spPr>
          <a:xfrm>
            <a:off x="3124200" y="6886575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spc="100" dirty="0">
                <a:solidFill>
                  <a:srgbClr val="FFFFFF"/>
                </a:solidFill>
                <a:latin typeface="Pretendard Bold"/>
              </a:rPr>
              <a:t>CSS</a:t>
            </a:r>
            <a:endParaRPr lang="en-US" sz="1700" b="0" i="0" u="none" strike="noStrike" spc="100" dirty="0">
              <a:solidFill>
                <a:srgbClr val="FFFFFF"/>
              </a:solidFill>
              <a:latin typeface="Pretendard Bold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1A5FAB0-C023-4CB4-9980-9584CD6837B1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r="28391"/>
          <a:stretch/>
        </p:blipFill>
        <p:spPr>
          <a:xfrm>
            <a:off x="825500" y="7486628"/>
            <a:ext cx="6680200" cy="2051072"/>
          </a:xfrm>
          <a:prstGeom prst="rect">
            <a:avLst/>
          </a:prstGeom>
          <a:ln w="57150">
            <a:solidFill>
              <a:srgbClr val="7A2D1B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1392908-2ACB-42A5-A3EE-9585A0BCA50E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8987"/>
          <a:stretch/>
        </p:blipFill>
        <p:spPr>
          <a:xfrm>
            <a:off x="825500" y="4419600"/>
            <a:ext cx="6680200" cy="548809"/>
          </a:xfrm>
          <a:prstGeom prst="rect">
            <a:avLst/>
          </a:prstGeom>
          <a:ln w="57150">
            <a:solidFill>
              <a:srgbClr val="7A2D1B"/>
            </a:solidFill>
          </a:ln>
        </p:spPr>
      </p:pic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F345177-DD5E-4165-9CA2-A047F0A91855}"/>
              </a:ext>
            </a:extLst>
          </p:cNvPr>
          <p:cNvCxnSpPr>
            <a:cxnSpLocks/>
          </p:cNvCxnSpPr>
          <p:nvPr/>
        </p:nvCxnSpPr>
        <p:spPr>
          <a:xfrm>
            <a:off x="7772400" y="5180227"/>
            <a:ext cx="914400" cy="0"/>
          </a:xfrm>
          <a:prstGeom prst="straightConnector1">
            <a:avLst/>
          </a:prstGeom>
          <a:ln w="57150">
            <a:solidFill>
              <a:srgbClr val="7A2D1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그림 67">
            <a:extLst>
              <a:ext uri="{FF2B5EF4-FFF2-40B4-BE49-F238E27FC236}">
                <a16:creationId xmlns:a16="http://schemas.microsoft.com/office/drawing/2014/main" id="{8BF03B8D-B050-4164-802A-A05DF6E04155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4736" b="10395"/>
          <a:stretch/>
        </p:blipFill>
        <p:spPr>
          <a:xfrm>
            <a:off x="8985250" y="4827802"/>
            <a:ext cx="8318500" cy="571500"/>
          </a:xfrm>
          <a:prstGeom prst="rect">
            <a:avLst/>
          </a:prstGeom>
          <a:ln w="57150">
            <a:solidFill>
              <a:srgbClr val="7A2D1B"/>
            </a:solidFill>
          </a:ln>
        </p:spPr>
      </p:pic>
      <p:pic>
        <p:nvPicPr>
          <p:cNvPr id="69" name="Picture 41">
            <a:extLst>
              <a:ext uri="{FF2B5EF4-FFF2-40B4-BE49-F238E27FC236}">
                <a16:creationId xmlns:a16="http://schemas.microsoft.com/office/drawing/2014/main" id="{9B2860CC-6CDA-474F-986F-1057242AA6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84100" y="4327525"/>
            <a:ext cx="1155700" cy="292100"/>
          </a:xfrm>
          <a:prstGeom prst="rect">
            <a:avLst/>
          </a:prstGeom>
          <a:noFill/>
        </p:spPr>
      </p:pic>
      <p:sp>
        <p:nvSpPr>
          <p:cNvPr id="70" name="TextBox 42">
            <a:extLst>
              <a:ext uri="{FF2B5EF4-FFF2-40B4-BE49-F238E27FC236}">
                <a16:creationId xmlns:a16="http://schemas.microsoft.com/office/drawing/2014/main" id="{F465BECA-149C-422A-A1BA-1C0E099D68B3}"/>
              </a:ext>
            </a:extLst>
          </p:cNvPr>
          <p:cNvSpPr txBox="1"/>
          <p:nvPr/>
        </p:nvSpPr>
        <p:spPr>
          <a:xfrm>
            <a:off x="12255500" y="4305300"/>
            <a:ext cx="16129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spc="100" dirty="0">
                <a:solidFill>
                  <a:srgbClr val="FFFFFF"/>
                </a:solidFill>
                <a:latin typeface="Pretendard Bold"/>
              </a:rPr>
              <a:t>HTML</a:t>
            </a:r>
            <a:endParaRPr lang="en-US" sz="1700" b="0" i="0" u="none" strike="noStrike" spc="100" dirty="0">
              <a:solidFill>
                <a:srgbClr val="FFFFFF"/>
              </a:solidFill>
              <a:latin typeface="Pretendard Bold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61C698-017E-46FE-8E0E-B3EAD2D6D522}"/>
              </a:ext>
            </a:extLst>
          </p:cNvPr>
          <p:cNvSpPr txBox="1"/>
          <p:nvPr/>
        </p:nvSpPr>
        <p:spPr>
          <a:xfrm>
            <a:off x="8839200" y="5396087"/>
            <a:ext cx="9144000" cy="76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1769"/>
              </a:lnSpc>
            </a:pPr>
            <a:r>
              <a:rPr lang="ko-KR" altLang="en-US" sz="2800" b="0" i="0" u="none" strike="noStrike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▶</a:t>
            </a:r>
            <a:r>
              <a:rPr lang="en-US" altLang="ko-KR" sz="28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</a:t>
            </a:r>
            <a:r>
              <a:rPr lang="ko-KR" altLang="en-US" sz="28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속성</a:t>
            </a:r>
            <a:r>
              <a:rPr lang="en-US" altLang="ko-KR" sz="28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(alt)</a:t>
            </a:r>
            <a:r>
              <a:rPr lang="ko-KR" altLang="en-US" sz="2800" dirty="0">
                <a:solidFill>
                  <a:srgbClr val="7A2D1B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사이의 공백 추가</a:t>
            </a:r>
            <a:endParaRPr lang="ko-KR" altLang="en-US" sz="2800" b="0" i="0" u="none" strike="noStrike" dirty="0">
              <a:solidFill>
                <a:srgbClr val="7A2D1B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24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24</Words>
  <Application>Microsoft Office PowerPoint</Application>
  <PresentationFormat>사용자 지정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Pretendard Bold</vt:lpstr>
      <vt:lpstr>Pretendard ExtraBold</vt:lpstr>
      <vt:lpstr>맑은 고딕</vt:lpstr>
      <vt:lpstr>Arial</vt:lpstr>
      <vt:lpstr>Pretendard SemiBold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33</cp:revision>
  <dcterms:created xsi:type="dcterms:W3CDTF">2006-08-16T00:00:00Z</dcterms:created>
  <dcterms:modified xsi:type="dcterms:W3CDTF">2025-07-31T06:30:39Z</dcterms:modified>
</cp:coreProperties>
</file>