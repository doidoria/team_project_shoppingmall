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03" r:id="rId2"/>
    <p:sldId id="304" r:id="rId3"/>
  </p:sldIdLst>
  <p:sldSz cx="18288000" cy="10287000"/>
  <p:notesSz cx="6858000" cy="9144000"/>
  <p:embeddedFontLst>
    <p:embeddedFont>
      <p:font typeface="Pretendard Bold" panose="020B0600000101010101" charset="-127"/>
      <p:bold r:id="rId5"/>
    </p:embeddedFont>
    <p:embeddedFont>
      <p:font typeface="Pretendard ExtraBold" panose="020B0600000101010101" charset="-127"/>
      <p:bold r:id="rId6"/>
    </p:embeddedFont>
    <p:embeddedFont>
      <p:font typeface="Pretendard SemiBold" panose="020B0600000101010101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2D1B"/>
    <a:srgbClr val="A0694A"/>
    <a:srgbClr val="FFF8F8"/>
    <a:srgbClr val="E6C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9E615-C828-410B-B5B3-2AF7F0665AF6}" type="datetimeFigureOut">
              <a:rPr lang="ko-KR" altLang="en-US" smtClean="0"/>
              <a:t>07.31 Thu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4980C-82E5-40C9-87AF-F600D9C10E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12C9-614F-C88F-1CA9-ABB89A5C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3A2D2-5A1F-31B0-AA1A-CD9A9A8E7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4EBB6E-3A7A-73B7-540F-6AAC68B2E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8398B-E9DA-D376-A6DE-A3323D7BF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5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818E3-6375-7B2E-D4AA-F9F0AE11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6FD0A1-EC0D-D1A3-214B-EE908AD3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B2986A-DF9E-8661-11BA-8D18A1B68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084270-0922-DB88-6767-12463B46C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70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C579E-CC36-3892-0644-792EDA8A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D5D365-51C3-3393-79AE-84669AA4ECA8}"/>
              </a:ext>
            </a:extLst>
          </p:cNvPr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DDC08C46-CE87-3950-0BE9-3BB8E4157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17932399" cy="920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A791C26-3CF6-8D5F-C54B-23F5A2E37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DBD4F2F3-8A59-7E7D-9F73-8D88CE3BE48E}"/>
              </a:ext>
            </a:extLst>
          </p:cNvPr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>
            <a:extLst>
              <a:ext uri="{FF2B5EF4-FFF2-40B4-BE49-F238E27FC236}">
                <a16:creationId xmlns:a16="http://schemas.microsoft.com/office/drawing/2014/main" id="{C8421509-8E0F-4439-0671-8C66C6164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8DE80C8-6282-AD9E-E906-D703618F2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F63584A-135A-B0CF-2B16-F02315153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312B4EB-6F48-85F1-4848-49042A901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353928A-F726-79A8-A4CC-9BBE27C33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0FC4A32-FD34-7939-6AEE-DAB46E2126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C935C58-57C0-2F32-ADFC-724BE397E0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926D8B5D-76E2-39C2-36A9-0A6AAC138C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7E26DF24-F109-110E-64B4-F0D97866AEE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757391EE-728A-69A2-EE0D-D4190F3B29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1F2D8EE-F2DC-5952-4567-DA54A4B014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DA84FEDC-CC7B-6E11-68EB-597706E093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6302D399-896A-B99E-6A1F-F09C9CD932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>
            <a:extLst>
              <a:ext uri="{FF2B5EF4-FFF2-40B4-BE49-F238E27FC236}">
                <a16:creationId xmlns:a16="http://schemas.microsoft.com/office/drawing/2014/main" id="{F23A86DE-D89A-86E9-4445-D59C41AA8005}"/>
              </a:ext>
            </a:extLst>
          </p:cNvPr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>
            <a:extLst>
              <a:ext uri="{FF2B5EF4-FFF2-40B4-BE49-F238E27FC236}">
                <a16:creationId xmlns:a16="http://schemas.microsoft.com/office/drawing/2014/main" id="{AEF11C12-8684-6557-AD06-DF3B4B970E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848AED49-2EA8-7395-BAE2-63695C824E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>
            <a:extLst>
              <a:ext uri="{FF2B5EF4-FFF2-40B4-BE49-F238E27FC236}">
                <a16:creationId xmlns:a16="http://schemas.microsoft.com/office/drawing/2014/main" id="{DC95A1EE-F023-5E2B-53F8-EB3269520DB2}"/>
              </a:ext>
            </a:extLst>
          </p:cNvPr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>
            <a:extLst>
              <a:ext uri="{FF2B5EF4-FFF2-40B4-BE49-F238E27FC236}">
                <a16:creationId xmlns:a16="http://schemas.microsoft.com/office/drawing/2014/main" id="{3BB21706-1486-FAA1-D8D7-E3DFF8EADD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3DC667D1-CB67-77C1-51A8-A2F924CD57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>
            <a:extLst>
              <a:ext uri="{FF2B5EF4-FFF2-40B4-BE49-F238E27FC236}">
                <a16:creationId xmlns:a16="http://schemas.microsoft.com/office/drawing/2014/main" id="{CE9839AD-CA40-B94D-784D-AD0EF155B72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7AC4C77-87CB-9E2D-B641-821BA8293FF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14276B-BE8D-C167-8A8D-6B290FA436B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9BB5A484-9764-EDBF-4C19-04F8D734A6AD}"/>
              </a:ext>
            </a:extLst>
          </p:cNvPr>
          <p:cNvSpPr txBox="1"/>
          <p:nvPr/>
        </p:nvSpPr>
        <p:spPr>
          <a:xfrm>
            <a:off x="825500" y="2476500"/>
            <a:ext cx="50419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CSS</a:t>
            </a:r>
            <a:r>
              <a:rPr lang="ko-KR" alt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오류 검사 완료</a:t>
            </a:r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무결점</a:t>
            </a:r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E777417-74E6-7760-42AF-37AB5320511D}"/>
              </a:ext>
            </a:extLst>
          </p:cNvPr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DF32EA6-A273-3B1A-496E-9925346D8C87}"/>
              </a:ext>
            </a:extLst>
          </p:cNvPr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>
            <a:extLst>
              <a:ext uri="{FF2B5EF4-FFF2-40B4-BE49-F238E27FC236}">
                <a16:creationId xmlns:a16="http://schemas.microsoft.com/office/drawing/2014/main" id="{7C185F40-3EE9-E0EB-0D49-FF4EF16EDE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>
            <a:extLst>
              <a:ext uri="{FF2B5EF4-FFF2-40B4-BE49-F238E27FC236}">
                <a16:creationId xmlns:a16="http://schemas.microsoft.com/office/drawing/2014/main" id="{A3AE1F75-55E8-09BC-1BCE-AFE5E815A0B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77C5FD13-FA63-807D-4B50-738F4D26260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5953DA98-A5A6-C432-26C2-E00589EA9CA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CCE9485C-14D5-2EED-2CA9-4D30C790AB2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567F4CE4-35FC-7592-6965-6BAD4EFA246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4CA11E8C-5291-0EE5-0C42-C1BCC94B5C4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7" name="TextBox 37">
            <a:extLst>
              <a:ext uri="{FF2B5EF4-FFF2-40B4-BE49-F238E27FC236}">
                <a16:creationId xmlns:a16="http://schemas.microsoft.com/office/drawing/2014/main" id="{75879942-5098-FBAA-C5B8-E990D4813AC2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A4E13F42-4B35-5408-9A2B-5A4ADB4F5456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33211860-0670-E2B6-0B33-F6767FFA1784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A43B37B0-4451-A177-3575-BC2FDEEDE4BF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9026C269-39E0-A5CC-2F9B-FD9791D5D761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DF79F02A-6ABD-FD5A-3C17-FEDA9A7320D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3465116A-38B6-24F3-8050-A36EEAD3A71C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194D755-9ABF-5FC1-EA85-4043655EF22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00500"/>
            <a:ext cx="5544324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7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3F41-2364-3A2D-DAE8-7CB6314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88AF5D-E5D8-494E-AEA2-782A7BD7D05C}"/>
              </a:ext>
            </a:extLst>
          </p:cNvPr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2F7D472-74BE-4146-5A34-A97C3BD72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730969" cy="920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E5E8D2C-19DE-8286-1689-D6869D4BA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DD668D92-E955-A72A-1754-F26D73347CC8}"/>
              </a:ext>
            </a:extLst>
          </p:cNvPr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>
            <a:extLst>
              <a:ext uri="{FF2B5EF4-FFF2-40B4-BE49-F238E27FC236}">
                <a16:creationId xmlns:a16="http://schemas.microsoft.com/office/drawing/2014/main" id="{A503BB05-AB99-E204-7B66-B4E29F4C0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80A7CCD-D6E2-1345-09F2-AE58C3C27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96318F5-3041-5114-2909-F8691CC93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1A104F1-E822-AD3D-53E5-FC9A3199D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EDB0DB3-9C87-18B1-657F-5B5CF893C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DAB1636-2242-D158-4D64-CF10FCB52F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1177B8C-1386-D3C2-24B7-1FAB2C58A7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1DF0D69A-4F66-5B37-BA75-2788599364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C8DAFFF0-B0A4-F1DD-19DD-6FF57DA41E1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F7997CD8-BA80-DCC2-DBE3-821D2E54D5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4E6691AA-18B4-D462-7DA0-178FC41CE0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67B204E6-6440-2EA5-E799-2986D8924E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0E3FF05B-7E0D-AADA-9164-BCB2538874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>
            <a:extLst>
              <a:ext uri="{FF2B5EF4-FFF2-40B4-BE49-F238E27FC236}">
                <a16:creationId xmlns:a16="http://schemas.microsoft.com/office/drawing/2014/main" id="{2DB9C2D7-907B-8B3D-25CD-D3C38D172828}"/>
              </a:ext>
            </a:extLst>
          </p:cNvPr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>
            <a:extLst>
              <a:ext uri="{FF2B5EF4-FFF2-40B4-BE49-F238E27FC236}">
                <a16:creationId xmlns:a16="http://schemas.microsoft.com/office/drawing/2014/main" id="{2238C42B-29B6-A0A7-C53F-741A07C6B8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D29C50B4-B50A-E5E5-E272-84B13F1002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>
            <a:extLst>
              <a:ext uri="{FF2B5EF4-FFF2-40B4-BE49-F238E27FC236}">
                <a16:creationId xmlns:a16="http://schemas.microsoft.com/office/drawing/2014/main" id="{4D34C006-5A15-7644-C201-12F67D95D88A}"/>
              </a:ext>
            </a:extLst>
          </p:cNvPr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>
            <a:extLst>
              <a:ext uri="{FF2B5EF4-FFF2-40B4-BE49-F238E27FC236}">
                <a16:creationId xmlns:a16="http://schemas.microsoft.com/office/drawing/2014/main" id="{34821F05-5750-1903-720C-A10432F924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228A0E0E-9037-21A1-F5BF-1168E8F80E5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>
            <a:extLst>
              <a:ext uri="{FF2B5EF4-FFF2-40B4-BE49-F238E27FC236}">
                <a16:creationId xmlns:a16="http://schemas.microsoft.com/office/drawing/2014/main" id="{635F66C4-A7D7-B784-4098-AB53D1734A4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704EA8F-8995-8DB8-31E3-9BA1500C5A6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2C79947-B921-4BC3-16AE-533BEC3436D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756BDB07-BCA4-CC89-8A0E-21A0840D4B7C}"/>
              </a:ext>
            </a:extLst>
          </p:cNvPr>
          <p:cNvSpPr txBox="1"/>
          <p:nvPr/>
        </p:nvSpPr>
        <p:spPr>
          <a:xfrm>
            <a:off x="825500" y="2476500"/>
            <a:ext cx="62611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HTML</a:t>
            </a:r>
            <a:r>
              <a:rPr lang="ko-KR" alt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오류 검사 완료</a:t>
            </a:r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(5</a:t>
            </a:r>
            <a:r>
              <a:rPr lang="ko-KR" alt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개 </a:t>
            </a:r>
            <a:r>
              <a:rPr lang="en-US" altLang="ko-KR" sz="35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-</a:t>
            </a:r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&gt; 0</a:t>
            </a:r>
            <a:r>
              <a:rPr lang="ko-KR" altLang="en-US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개</a:t>
            </a:r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CC06AA7-9571-8A51-ADB5-00B0A6A0E9ED}"/>
              </a:ext>
            </a:extLst>
          </p:cNvPr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1CE7B82-055A-C55C-086F-DA632815098E}"/>
              </a:ext>
            </a:extLst>
          </p:cNvPr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>
            <a:extLst>
              <a:ext uri="{FF2B5EF4-FFF2-40B4-BE49-F238E27FC236}">
                <a16:creationId xmlns:a16="http://schemas.microsoft.com/office/drawing/2014/main" id="{BD818A68-03CA-22CA-2BA8-D557241FF1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>
            <a:extLst>
              <a:ext uri="{FF2B5EF4-FFF2-40B4-BE49-F238E27FC236}">
                <a16:creationId xmlns:a16="http://schemas.microsoft.com/office/drawing/2014/main" id="{2C380F50-5CBD-6A76-F589-65212BBCC38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F8069B27-3F1C-823F-35A7-812AD7B3E0B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FF73DD21-F762-90D7-A8CF-69E7AA42844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BABAC3C4-2B3D-8B36-FDE4-2C337E44303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A7193077-32A7-717E-4375-BA27B22C7F8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FA4EC5C2-6CBA-60AD-E983-4A4BB922F9B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1F501CA0-E131-B578-9A1B-84795735C1B7}"/>
              </a:ext>
            </a:extLst>
          </p:cNvPr>
          <p:cNvSpPr txBox="1"/>
          <p:nvPr/>
        </p:nvSpPr>
        <p:spPr>
          <a:xfrm>
            <a:off x="9971408" y="6295843"/>
            <a:ext cx="8207262" cy="357205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81769"/>
              </a:lnSpc>
            </a:pP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태그에 쓰여진 </a:t>
            </a:r>
            <a:r>
              <a:rPr lang="en-US" altLang="ko-KR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img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라서 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</a:t>
            </a:r>
            <a:r>
              <a:rPr lang="en-US" altLang="ko-KR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img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&gt;</a:t>
            </a:r>
            <a:r>
              <a:rPr lang="ko-KR" altLang="en-US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필요없음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수정완료</a:t>
            </a:r>
            <a:endParaRPr lang="en-US" altLang="ko-KR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</a:t>
            </a:r>
            <a:r>
              <a:rPr lang="en-US" altLang="ko-KR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br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&gt;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대신 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</a:t>
            </a:r>
            <a:r>
              <a:rPr lang="en-US" altLang="ko-KR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br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&gt;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을 써서 문법적으로 옳게 바꿈</a:t>
            </a:r>
            <a:endParaRPr lang="en-US" altLang="ko-KR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2824942D-CE9D-2A2E-6DAA-A6174C813B73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86980205-3280-5D10-0015-8AC656F350C4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7492137B-A014-ED77-C620-F194C55CAAC1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831214B1-3D15-D0BB-31C7-B09E81C3E3AD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6D3094DE-EDDD-67F9-A223-32F83FDD3C03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BF7190D6-81AA-F934-870A-1B7288CB92F7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09B5071F-26CC-E25F-D43F-BFEA3D7A0AED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34B9028-4E35-145F-DC4F-8A95F357DC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758749"/>
            <a:ext cx="7535327" cy="583011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00DB4CE-537E-9D6A-6F77-CBDCE13F8C3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16" y="1751853"/>
            <a:ext cx="7049484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35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64</Words>
  <Application>Microsoft Office PowerPoint</Application>
  <PresentationFormat>사용자 지정</PresentationFormat>
  <Paragraphs>24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Pretendard ExtraBold</vt:lpstr>
      <vt:lpstr>Arial</vt:lpstr>
      <vt:lpstr>Calibri</vt:lpstr>
      <vt:lpstr>Pretendard SemiBold</vt:lpstr>
      <vt:lpstr>Pretendard Bold</vt:lpstr>
      <vt:lpstr>맑은 고딕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JuuK</dc:creator>
  <cp:lastModifiedBy>HaP</cp:lastModifiedBy>
  <cp:revision>35</cp:revision>
  <dcterms:created xsi:type="dcterms:W3CDTF">2006-08-16T00:00:00Z</dcterms:created>
  <dcterms:modified xsi:type="dcterms:W3CDTF">2025-07-31T06:12:38Z</dcterms:modified>
</cp:coreProperties>
</file>